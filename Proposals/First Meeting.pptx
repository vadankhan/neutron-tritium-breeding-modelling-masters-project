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0EB326-5F0D-4253-9B7E-9D8AC427C207}" v="2" dt="2025-09-30T09:55:53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2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dan Khan" userId="a9b988e12a7c4ce8" providerId="LiveId" clId="{32E26D9D-EE9E-4F30-9D27-F3510F868D00}"/>
    <pc:docChg chg="custSel addSld delSld modSld sldOrd">
      <pc:chgData name="Vadan Khan" userId="a9b988e12a7c4ce8" providerId="LiveId" clId="{32E26D9D-EE9E-4F30-9D27-F3510F868D00}" dt="2025-09-30T09:58:43.989" v="391" actId="1076"/>
      <pc:docMkLst>
        <pc:docMk/>
      </pc:docMkLst>
      <pc:sldChg chg="new del">
        <pc:chgData name="Vadan Khan" userId="a9b988e12a7c4ce8" providerId="LiveId" clId="{32E26D9D-EE9E-4F30-9D27-F3510F868D00}" dt="2025-09-30T09:57:30.819" v="348" actId="2696"/>
        <pc:sldMkLst>
          <pc:docMk/>
          <pc:sldMk cId="2277563713" sldId="256"/>
        </pc:sldMkLst>
      </pc:sldChg>
      <pc:sldChg chg="addSp delSp modSp new mod ord">
        <pc:chgData name="Vadan Khan" userId="a9b988e12a7c4ce8" providerId="LiveId" clId="{32E26D9D-EE9E-4F30-9D27-F3510F868D00}" dt="2025-09-30T09:58:43.989" v="391" actId="1076"/>
        <pc:sldMkLst>
          <pc:docMk/>
          <pc:sldMk cId="4280261664" sldId="257"/>
        </pc:sldMkLst>
        <pc:spChg chg="del">
          <ac:chgData name="Vadan Khan" userId="a9b988e12a7c4ce8" providerId="LiveId" clId="{32E26D9D-EE9E-4F30-9D27-F3510F868D00}" dt="2025-09-30T09:46:02.396" v="2" actId="478"/>
          <ac:spMkLst>
            <pc:docMk/>
            <pc:sldMk cId="4280261664" sldId="257"/>
            <ac:spMk id="2" creationId="{F9A240DA-9A36-8F3C-0A09-D8BEBA7170DB}"/>
          </ac:spMkLst>
        </pc:spChg>
        <pc:spChg chg="del">
          <ac:chgData name="Vadan Khan" userId="a9b988e12a7c4ce8" providerId="LiveId" clId="{32E26D9D-EE9E-4F30-9D27-F3510F868D00}" dt="2025-09-30T09:46:05.081" v="3" actId="478"/>
          <ac:spMkLst>
            <pc:docMk/>
            <pc:sldMk cId="4280261664" sldId="257"/>
            <ac:spMk id="3" creationId="{57E600F7-1363-155A-6583-82800737CD1B}"/>
          </ac:spMkLst>
        </pc:spChg>
        <pc:spChg chg="add mod">
          <ac:chgData name="Vadan Khan" userId="a9b988e12a7c4ce8" providerId="LiveId" clId="{32E26D9D-EE9E-4F30-9D27-F3510F868D00}" dt="2025-09-30T09:57:57.909" v="377" actId="20577"/>
          <ac:spMkLst>
            <pc:docMk/>
            <pc:sldMk cId="4280261664" sldId="257"/>
            <ac:spMk id="6" creationId="{464A5FE9-1EDF-95EC-6AE1-28B7D70B22B9}"/>
          </ac:spMkLst>
        </pc:spChg>
        <pc:spChg chg="add del mod">
          <ac:chgData name="Vadan Khan" userId="a9b988e12a7c4ce8" providerId="LiveId" clId="{32E26D9D-EE9E-4F30-9D27-F3510F868D00}" dt="2025-09-30T09:58:03.043" v="378" actId="478"/>
          <ac:spMkLst>
            <pc:docMk/>
            <pc:sldMk cId="4280261664" sldId="257"/>
            <ac:spMk id="7" creationId="{A6ABF1A5-175C-2BAF-6B75-115AABF5DE25}"/>
          </ac:spMkLst>
        </pc:spChg>
        <pc:spChg chg="add mod">
          <ac:chgData name="Vadan Khan" userId="a9b988e12a7c4ce8" providerId="LiveId" clId="{32E26D9D-EE9E-4F30-9D27-F3510F868D00}" dt="2025-09-30T09:58:43.989" v="391" actId="1076"/>
          <ac:spMkLst>
            <pc:docMk/>
            <pc:sldMk cId="4280261664" sldId="257"/>
            <ac:spMk id="9" creationId="{1FA501C3-6D7B-038C-B404-7AB02286C76E}"/>
          </ac:spMkLst>
        </pc:spChg>
        <pc:spChg chg="add mod">
          <ac:chgData name="Vadan Khan" userId="a9b988e12a7c4ce8" providerId="LiveId" clId="{32E26D9D-EE9E-4F30-9D27-F3510F868D00}" dt="2025-09-30T09:58:41.600" v="390" actId="1076"/>
          <ac:spMkLst>
            <pc:docMk/>
            <pc:sldMk cId="4280261664" sldId="257"/>
            <ac:spMk id="11" creationId="{368F88C8-9B6C-C20B-B313-0BCAA264A741}"/>
          </ac:spMkLst>
        </pc:spChg>
        <pc:picChg chg="add del mod">
          <ac:chgData name="Vadan Khan" userId="a9b988e12a7c4ce8" providerId="LiveId" clId="{32E26D9D-EE9E-4F30-9D27-F3510F868D00}" dt="2025-09-30T09:58:03.043" v="378" actId="478"/>
          <ac:picMkLst>
            <pc:docMk/>
            <pc:sldMk cId="4280261664" sldId="257"/>
            <ac:picMk id="5" creationId="{411734D7-7278-9B79-811C-D1B9E1997F2D}"/>
          </ac:picMkLst>
        </pc:picChg>
      </pc:sldChg>
      <pc:sldChg chg="add">
        <pc:chgData name="Vadan Khan" userId="a9b988e12a7c4ce8" providerId="LiveId" clId="{32E26D9D-EE9E-4F30-9D27-F3510F868D00}" dt="2025-09-30T09:57:32.580" v="349" actId="2890"/>
        <pc:sldMkLst>
          <pc:docMk/>
          <pc:sldMk cId="2861812675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BB0A9-0D63-441C-85E9-583143B33DB7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D8893-3906-4219-8BF3-DEFDC0F44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61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D8893-3906-4219-8BF3-DEFDC0F440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688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191B-7C7D-20AE-91DF-130AE482F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04636-0388-0F4E-5830-07483445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C74F1-0961-CCB1-5B12-E232570A5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8CD8B-E208-226B-D060-961928282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F9079-F8ED-FD70-CA03-0D402271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941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6892-3677-B03E-FD67-8D123718E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D161C-63F5-75FC-B63C-B766B36EB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EA53-A722-6706-5E00-74EF6021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FBFBD-752E-AFC7-2B91-22BB413B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05278-17AB-904A-8F2F-E5D288A7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09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3298D-C226-E14F-5AD3-9653743C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E56D1-F387-342B-F0E6-1E50BDED8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72A03-00A5-F26F-C81F-88B3AB60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B819E-1313-BC70-BD79-1945BFEC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A0226-11E2-9874-3EB4-168659F1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38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B74A-9EE2-BD1E-6C51-C5EAD97FB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93F2A-E7B2-65C2-60FD-A8DB6A527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BF298-63AD-EF3B-6DAC-CEFEC8BD1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3D4BA-D998-1559-414C-3F531EFF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A7A55-C385-F878-817B-066741EC7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F0522-5FF6-E116-60DA-FF442D9A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36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9296-6EB6-1075-B9BD-B51C1255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487A-EFA1-33EA-E2FB-1403CE312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948A4-7BE1-23C2-84F3-02A73D3BC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3F44D-B7F0-A947-217B-FD4522B4D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02BDCA-2990-FAD9-099C-230481864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E997A-B13B-9202-7366-2CD95F82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34F06-1768-9D45-CEE3-0912C990A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311A02-D629-1D1F-B273-C2289417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01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BD17-EF81-4356-1B64-48DA9245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B01252-32DF-E241-6BD5-2A6ABB25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4438B-3CD7-4E00-FEBB-20564085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1866D-A9D7-54E3-6F5C-46C70824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53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122A6-3088-D6E1-4487-10C408CA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8F0CD2-737A-304A-173B-76C605F1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7051A-1AD0-C295-7458-AC394C64C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9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F5F5-C816-7155-2616-C1536182D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1B7E-2E33-141B-8EEF-4E37A0E1D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A7E0D-1675-FA8C-F6A8-49C6F8C9E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4F184-75A3-B5F5-4BEB-9BEC6514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EE5A7-B630-6B99-3600-C5DD87F0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0E174-ACDD-D694-9929-A0D7B9E9A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6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647B-F0AF-21D6-9F48-F2DE9523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22E70D-0D6D-8453-53D0-8781E9E55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59AC4-9A9C-A1B1-8FF6-2F1F09C8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E6316-2FC5-5013-1561-68343786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0D3F9-AE56-3F59-71D7-76201BCC5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ADB8-F77B-C97F-0F2A-EBFA84419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627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2A9C-C482-EE8E-A3A4-41659E72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BB2C4-1F87-555E-9A97-52A712B12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8E5A-FFBD-6F3A-5CCB-376D597E8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2EDF8-3FD8-0808-621C-1F9B23BF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411C-B427-EFBA-C47D-22A997F0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109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9B11B-70F1-5CA3-8585-76C8E455A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AC605-8550-562E-AAD5-0AE093719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EE906-9251-4637-E6B4-59E7B361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C3278-3CED-8F01-8598-DC0C9BFC0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5C0F1-3482-FCAE-C0F0-735E10CC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07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88B0F-78B8-9CD1-FAE7-02F73F51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B8684-3FBD-A6AF-DA9B-499A987E7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48FE2-FDF2-178F-4B71-33424D990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34C19-5E88-4686-93E1-A46D318AE08A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024E6-526A-D53C-3982-05F1534AF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A87E3-E254-377C-B3AE-5DB66CBCD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71D3D2-CC04-4C06-95A7-5E5A21BDD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48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8275-C3CB-550D-4E3C-FDFF10088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E89AA4-2AEA-C0CC-B860-A016A5D84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50" y="1092338"/>
            <a:ext cx="11421291" cy="3848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8F3B06-2999-1E88-033A-266FCEC7BA2B}"/>
              </a:ext>
            </a:extLst>
          </p:cNvPr>
          <p:cNvSpPr txBox="1"/>
          <p:nvPr/>
        </p:nvSpPr>
        <p:spPr>
          <a:xfrm>
            <a:off x="4243887" y="286871"/>
            <a:ext cx="3704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Rough Project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8C076-8267-42A3-D815-97D72151E18B}"/>
              </a:ext>
            </a:extLst>
          </p:cNvPr>
          <p:cNvSpPr txBox="1"/>
          <p:nvPr/>
        </p:nvSpPr>
        <p:spPr>
          <a:xfrm>
            <a:off x="385350" y="5241365"/>
            <a:ext cx="5399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Keeping the timelines rough, flexible, overlapping, Trying to leave room in case of spilling overtime</a:t>
            </a:r>
          </a:p>
          <a:p>
            <a:pPr marL="285750" indent="-285750">
              <a:buFontTx/>
              <a:buChar char="-"/>
            </a:pPr>
            <a:r>
              <a:rPr lang="en-GB" dirty="0"/>
              <a:t>Only pencilling in advancements in the later stages of the project if time permits </a:t>
            </a:r>
          </a:p>
        </p:txBody>
      </p:sp>
    </p:spTree>
    <p:extLst>
      <p:ext uri="{BB962C8B-B14F-4D97-AF65-F5344CB8AC3E}">
        <p14:creationId xmlns:p14="http://schemas.microsoft.com/office/powerpoint/2010/main" val="286181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4A5FE9-1EDF-95EC-6AE1-28B7D70B22B9}"/>
              </a:ext>
            </a:extLst>
          </p:cNvPr>
          <p:cNvSpPr txBox="1"/>
          <p:nvPr/>
        </p:nvSpPr>
        <p:spPr>
          <a:xfrm>
            <a:off x="4243885" y="207108"/>
            <a:ext cx="38577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Details into Phases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501C3-6D7B-038C-B404-7AB02286C76E}"/>
              </a:ext>
            </a:extLst>
          </p:cNvPr>
          <p:cNvSpPr txBox="1"/>
          <p:nvPr/>
        </p:nvSpPr>
        <p:spPr>
          <a:xfrm>
            <a:off x="256988" y="951391"/>
            <a:ext cx="60960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700" b="1" dirty="0">
                <a:solidFill>
                  <a:srgbClr val="FA0000"/>
                </a:solidFill>
                <a:effectLst/>
                <a:latin typeface="Calibri" panose="020F0502020204030204" pitchFamily="34" charset="0"/>
              </a:rPr>
              <a:t>Software setup</a:t>
            </a:r>
            <a:endParaRPr lang="en-GB" sz="1700" dirty="0">
              <a:solidFill>
                <a:srgbClr val="FA000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Learning and setting up local builds of docker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Build local images of </a:t>
            </a:r>
            <a:r>
              <a:rPr lang="en-GB" sz="1100" dirty="0" err="1">
                <a:effectLst/>
                <a:latin typeface="Calibri" panose="020F0502020204030204" pitchFamily="34" charset="0"/>
              </a:rPr>
              <a:t>openMC</a:t>
            </a:r>
            <a:r>
              <a:rPr lang="en-GB" sz="1100" dirty="0">
                <a:effectLst/>
                <a:latin typeface="Calibri" panose="020F0502020204030204" pitchFamily="34" charset="0"/>
              </a:rPr>
              <a:t> environments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Optional: Setup a git repository for good source control ( + education )</a:t>
            </a:r>
          </a:p>
          <a:p>
            <a:pPr marL="0" marR="0">
              <a:buNone/>
            </a:pPr>
            <a:r>
              <a:rPr lang="en-GB" sz="13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600" b="1" dirty="0">
                <a:effectLst/>
                <a:latin typeface="Calibri" panose="020F0502020204030204" pitchFamily="34" charset="0"/>
              </a:rPr>
              <a:t>Literature Review</a:t>
            </a:r>
            <a:endParaRPr lang="en-GB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Review general fusion motivations for breeding blankets, state of technology and main players / stakeholders, main types for breeding blankets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100" dirty="0">
                <a:effectLst/>
                <a:latin typeface="Calibri" panose="020F0502020204030204" pitchFamily="34" charset="0"/>
              </a:rPr>
              <a:t>ITER (big)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100" dirty="0">
                <a:effectLst/>
                <a:latin typeface="Calibri" panose="020F0502020204030204" pitchFamily="34" charset="0"/>
              </a:rPr>
              <a:t>China (check EAST etc. 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100" dirty="0">
                <a:effectLst/>
                <a:latin typeface="Calibri" panose="020F0502020204030204" pitchFamily="34" charset="0"/>
              </a:rPr>
              <a:t>US (Commonwealth Fusion, Liquid Lithium)</a:t>
            </a: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100" dirty="0">
                <a:effectLst/>
                <a:latin typeface="Calibri" panose="020F0502020204030204" pitchFamily="34" charset="0"/>
              </a:rPr>
              <a:t>UK (Oxford / Harwell Campus, Oxford Sigma (liquid lithium) 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Review of tritium breeding literature (critical)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Brief review of Software, MC, </a:t>
            </a:r>
            <a:r>
              <a:rPr lang="en-GB" sz="11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openMC</a:t>
            </a:r>
            <a:r>
              <a:rPr lang="en-GB" sz="11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developed by STFC</a:t>
            </a:r>
            <a:r>
              <a:rPr lang="en-GB" sz="1100" dirty="0">
                <a:solidFill>
                  <a:srgbClr val="FA0000"/>
                </a:solidFill>
                <a:effectLst/>
                <a:latin typeface="Calibri" panose="020F0502020204030204" pitchFamily="34" charset="0"/>
              </a:rPr>
              <a:t> (? How much detail )</a:t>
            </a:r>
          </a:p>
          <a:p>
            <a:pPr marL="0" marR="0">
              <a:buNone/>
            </a:pPr>
            <a:r>
              <a:rPr lang="en-GB" sz="1100" dirty="0">
                <a:solidFill>
                  <a:srgbClr val="FA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600" b="1" dirty="0">
                <a:effectLst/>
                <a:latin typeface="Calibri" panose="020F0502020204030204" pitchFamily="34" charset="0"/>
              </a:rPr>
              <a:t>Prototype Model Phase</a:t>
            </a:r>
            <a:endParaRPr lang="en-GB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Work towards basic "complete loop" model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Simple geometry, typical materials, focus on building reliable models </a:t>
            </a: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100" dirty="0">
                <a:effectLst/>
                <a:latin typeface="Calibri" panose="020F0502020204030204" pitchFamily="34" charset="0"/>
              </a:rPr>
              <a:t>Modularise code and distribute packaged functions for these basic models (with function inputs ready for adjustments later on)</a:t>
            </a:r>
          </a:p>
          <a:p>
            <a:pPr marL="0" marR="0">
              <a:buNone/>
            </a:pPr>
            <a:r>
              <a:rPr lang="en-GB" sz="11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600" b="1" dirty="0">
                <a:effectLst/>
                <a:latin typeface="Calibri" panose="020F0502020204030204" pitchFamily="34" charset="0"/>
              </a:rPr>
              <a:t>Prototype Evaluation Phase</a:t>
            </a:r>
            <a:endParaRPr lang="en-GB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Data analysis (TBR is the main goal)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Critical evaluation of results (attempts to check if physical) 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Plan next research areas given the results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Plan areas of the model to iterate and develops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GB" sz="1000" dirty="0"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endParaRPr lang="en-GB" sz="11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8F88C8-9B6C-C20B-B313-0BCAA264A741}"/>
              </a:ext>
            </a:extLst>
          </p:cNvPr>
          <p:cNvSpPr txBox="1"/>
          <p:nvPr/>
        </p:nvSpPr>
        <p:spPr>
          <a:xfrm>
            <a:off x="6705601" y="951391"/>
            <a:ext cx="516367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600" b="1" dirty="0">
                <a:effectLst/>
                <a:latin typeface="Calibri" panose="020F0502020204030204" pitchFamily="34" charset="0"/>
              </a:rPr>
              <a:t>Research Modelling Phase</a:t>
            </a:r>
            <a:endParaRPr lang="en-GB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Depends on what we have time for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Parameter sweeps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000" dirty="0">
                <a:effectLst/>
                <a:latin typeface="Calibri" panose="020F0502020204030204" pitchFamily="34" charset="0"/>
              </a:rPr>
              <a:t>Sweeps of breeder blanket thickness (aided by good modularisation of code)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000" dirty="0">
                <a:effectLst/>
                <a:latin typeface="Calibri" panose="020F0502020204030204" pitchFamily="34" charset="0"/>
              </a:rPr>
              <a:t>Sweep enrichment of different materials (Lithium)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marL="742950" lvl="1" indent="-285750" rtl="0" fontAlgn="ctr">
              <a:buFont typeface="Courier New" panose="02070309020205020404" pitchFamily="49" charset="0"/>
              <a:buChar char="o"/>
            </a:pPr>
            <a:r>
              <a:rPr lang="en-GB" sz="1000" dirty="0">
                <a:effectLst/>
                <a:latin typeface="Calibri" panose="020F0502020204030204" pitchFamily="34" charset="0"/>
              </a:rPr>
              <a:t>Material Ratios (amount of lead)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Research into different materials  (research on custom material properties)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Extension: Adjusting geometries</a:t>
            </a:r>
            <a:endParaRPr lang="en-GB" sz="11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GB" sz="1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600" b="1" dirty="0">
                <a:effectLst/>
                <a:latin typeface="Calibri" panose="020F0502020204030204" pitchFamily="34" charset="0"/>
              </a:rPr>
              <a:t>Research Evaluation Phase</a:t>
            </a:r>
            <a:endParaRPr lang="en-GB" sz="16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Data analysis (TBR is the main goal)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Critical evaluation of results (attempts to check if physical) 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Presentation of results for our simulations against different parameters / materials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effectLst/>
                <a:latin typeface="Calibri" panose="020F0502020204030204" pitchFamily="34" charset="0"/>
              </a:rPr>
              <a:t>Conclusions on findings for improving TBR ratios</a:t>
            </a:r>
            <a:endParaRPr lang="en-GB" sz="11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Optional: Viability assessments of certain paths</a:t>
            </a:r>
            <a:endParaRPr lang="en-GB" sz="11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Software outcomes and discussion of possible extensions</a:t>
            </a:r>
            <a:endParaRPr lang="en-GB" sz="11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marL="0" marR="0">
              <a:buNone/>
            </a:pPr>
            <a:r>
              <a:rPr lang="en-GB" sz="10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Extension: Further Software Developments</a:t>
            </a:r>
            <a:endParaRPr lang="en-GB" sz="16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Only if time permits</a:t>
            </a:r>
            <a:endParaRPr lang="en-GB" sz="11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Attempting training of surrogate model based on research data</a:t>
            </a:r>
            <a:endParaRPr lang="en-GB" sz="1100" dirty="0">
              <a:solidFill>
                <a:srgbClr val="0070C0"/>
              </a:solidFill>
              <a:effectLst/>
              <a:latin typeface="Calibri" panose="020F0502020204030204" pitchFamily="34" charset="0"/>
            </a:endParaRPr>
          </a:p>
          <a:p>
            <a:pPr rtl="0" fontAlgn="ctr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Attempting RL model to automate and iterate optimum TBR given certain inputs.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0261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</Words>
  <Application>Microsoft Office PowerPoint</Application>
  <PresentationFormat>Widescreen</PresentationFormat>
  <Paragraphs>51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Vadan Khan</dc:creator>
  <cp:lastModifiedBy>Vadan Khan</cp:lastModifiedBy>
  <cp:revision>1</cp:revision>
  <dcterms:created xsi:type="dcterms:W3CDTF">2025-09-30T09:45:51Z</dcterms:created>
  <dcterms:modified xsi:type="dcterms:W3CDTF">2025-09-30T10:00:37Z</dcterms:modified>
</cp:coreProperties>
</file>