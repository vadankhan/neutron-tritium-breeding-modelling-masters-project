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  <p:sldMasterId id="2147483650" r:id="rId2"/>
  </p:sldMasterIdLst>
  <p:notesMasterIdLst>
    <p:notesMasterId r:id="rId19"/>
  </p:notes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9" r:id="rId15"/>
    <p:sldId id="268" r:id="rId16"/>
    <p:sldId id="270" r:id="rId17"/>
    <p:sldId id="271" r:id="rId18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20" roundtripDataSignature="AMtx7mjgSVqg/C7K9fKhByC5wUSQYj0Er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8C36311-7E24-470E-AB3A-640ACFD72A35}" v="4" dt="2026-01-11T15:43:34.47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83" d="100"/>
          <a:sy n="83" d="100"/>
        </p:scale>
        <p:origin x="408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microsoft.com/office/2015/10/relationships/revisionInfo" Target="revisionInfo.xml"/><Relationship Id="rId3" Type="http://schemas.openxmlformats.org/officeDocument/2006/relationships/slide" Target="slides/slide1.xml"/><Relationship Id="rId21" Type="http://schemas.openxmlformats.org/officeDocument/2006/relationships/presProps" Target="presProps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microsoft.com/office/2016/11/relationships/changesInfo" Target="changesInfos/changesInfo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customschemas.google.com/relationships/presentationmetadata" Target="meta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tableStyles" Target="tableStyle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theme" Target="theme/theme1.xml"/><Relationship Id="rId10" Type="http://schemas.openxmlformats.org/officeDocument/2006/relationships/slide" Target="slides/slide8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Vadan Khan" userId="a9b988e12a7c4ce8" providerId="LiveId" clId="{32E26D9D-EE9E-4F30-9D27-F3510F868D00}"/>
    <pc:docChg chg="undo custSel addSld modSld sldOrd">
      <pc:chgData name="Vadan Khan" userId="a9b988e12a7c4ce8" providerId="LiveId" clId="{32E26D9D-EE9E-4F30-9D27-F3510F868D00}" dt="2026-01-11T15:55:19.798" v="1599" actId="20577"/>
      <pc:docMkLst>
        <pc:docMk/>
      </pc:docMkLst>
      <pc:sldChg chg="modSp mod">
        <pc:chgData name="Vadan Khan" userId="a9b988e12a7c4ce8" providerId="LiveId" clId="{32E26D9D-EE9E-4F30-9D27-F3510F868D00}" dt="2026-01-11T15:43:34.471" v="8"/>
        <pc:sldMkLst>
          <pc:docMk/>
          <pc:sldMk cId="0" sldId="267"/>
        </pc:sldMkLst>
        <pc:spChg chg="mod">
          <ac:chgData name="Vadan Khan" userId="a9b988e12a7c4ce8" providerId="LiveId" clId="{32E26D9D-EE9E-4F30-9D27-F3510F868D00}" dt="2026-01-11T15:43:34.471" v="8"/>
          <ac:spMkLst>
            <pc:docMk/>
            <pc:sldMk cId="0" sldId="267"/>
            <ac:spMk id="272" creationId="{00000000-0000-0000-0000-000000000000}"/>
          </ac:spMkLst>
        </pc:spChg>
      </pc:sldChg>
      <pc:sldChg chg="addSp delSp modSp add mod">
        <pc:chgData name="Vadan Khan" userId="a9b988e12a7c4ce8" providerId="LiveId" clId="{32E26D9D-EE9E-4F30-9D27-F3510F868D00}" dt="2026-01-11T15:45:49.560" v="342" actId="20577"/>
        <pc:sldMkLst>
          <pc:docMk/>
          <pc:sldMk cId="1112499788" sldId="268"/>
        </pc:sldMkLst>
        <pc:spChg chg="add mod">
          <ac:chgData name="Vadan Khan" userId="a9b988e12a7c4ce8" providerId="LiveId" clId="{32E26D9D-EE9E-4F30-9D27-F3510F868D00}" dt="2026-01-11T15:45:49.560" v="342" actId="20577"/>
          <ac:spMkLst>
            <pc:docMk/>
            <pc:sldMk cId="1112499788" sldId="268"/>
            <ac:spMk id="5" creationId="{24014E4B-C02D-C8D0-C529-3BAF713374F3}"/>
          </ac:spMkLst>
        </pc:spChg>
        <pc:spChg chg="mod">
          <ac:chgData name="Vadan Khan" userId="a9b988e12a7c4ce8" providerId="LiveId" clId="{32E26D9D-EE9E-4F30-9D27-F3510F868D00}" dt="2026-01-11T15:44:19.034" v="79" actId="20577"/>
          <ac:spMkLst>
            <pc:docMk/>
            <pc:sldMk cId="1112499788" sldId="268"/>
            <ac:spMk id="271" creationId="{E721CB75-7D22-9A7B-F5C4-085A53E88A1A}"/>
          </ac:spMkLst>
        </pc:spChg>
        <pc:spChg chg="del mod">
          <ac:chgData name="Vadan Khan" userId="a9b988e12a7c4ce8" providerId="LiveId" clId="{32E26D9D-EE9E-4F30-9D27-F3510F868D00}" dt="2026-01-11T15:43:49.567" v="31" actId="478"/>
          <ac:spMkLst>
            <pc:docMk/>
            <pc:sldMk cId="1112499788" sldId="268"/>
            <ac:spMk id="272" creationId="{AF4898CA-90C4-C788-5D14-265C2D447F04}"/>
          </ac:spMkLst>
        </pc:spChg>
        <pc:picChg chg="add mod">
          <ac:chgData name="Vadan Khan" userId="a9b988e12a7c4ce8" providerId="LiveId" clId="{32E26D9D-EE9E-4F30-9D27-F3510F868D00}" dt="2026-01-11T15:44:22.462" v="81" actId="1076"/>
          <ac:picMkLst>
            <pc:docMk/>
            <pc:sldMk cId="1112499788" sldId="268"/>
            <ac:picMk id="3" creationId="{B1B841F7-1A1B-1A9F-DE07-47B727B868DA}"/>
          </ac:picMkLst>
        </pc:picChg>
      </pc:sldChg>
      <pc:sldChg chg="delSp modSp add mod ord">
        <pc:chgData name="Vadan Khan" userId="a9b988e12a7c4ce8" providerId="LiveId" clId="{32E26D9D-EE9E-4F30-9D27-F3510F868D00}" dt="2026-01-11T15:46:01.506" v="362" actId="1076"/>
        <pc:sldMkLst>
          <pc:docMk/>
          <pc:sldMk cId="2839600200" sldId="269"/>
        </pc:sldMkLst>
        <pc:spChg chg="mod">
          <ac:chgData name="Vadan Khan" userId="a9b988e12a7c4ce8" providerId="LiveId" clId="{32E26D9D-EE9E-4F30-9D27-F3510F868D00}" dt="2026-01-11T15:46:01.506" v="362" actId="1076"/>
          <ac:spMkLst>
            <pc:docMk/>
            <pc:sldMk cId="2839600200" sldId="269"/>
            <ac:spMk id="271" creationId="{DA394B76-9375-51FB-9281-72F41B7D0CF7}"/>
          </ac:spMkLst>
        </pc:spChg>
        <pc:picChg chg="del">
          <ac:chgData name="Vadan Khan" userId="a9b988e12a7c4ce8" providerId="LiveId" clId="{32E26D9D-EE9E-4F30-9D27-F3510F868D00}" dt="2026-01-11T15:45:51.782" v="343" actId="478"/>
          <ac:picMkLst>
            <pc:docMk/>
            <pc:sldMk cId="2839600200" sldId="269"/>
            <ac:picMk id="3" creationId="{334C8B6C-BE12-F5EC-7373-EFE3B81808E8}"/>
          </ac:picMkLst>
        </pc:picChg>
      </pc:sldChg>
      <pc:sldChg chg="addSp delSp modSp add mod">
        <pc:chgData name="Vadan Khan" userId="a9b988e12a7c4ce8" providerId="LiveId" clId="{32E26D9D-EE9E-4F30-9D27-F3510F868D00}" dt="2026-01-11T15:50:43.597" v="963" actId="14100"/>
        <pc:sldMkLst>
          <pc:docMk/>
          <pc:sldMk cId="234666312" sldId="270"/>
        </pc:sldMkLst>
        <pc:spChg chg="mod">
          <ac:chgData name="Vadan Khan" userId="a9b988e12a7c4ce8" providerId="LiveId" clId="{32E26D9D-EE9E-4F30-9D27-F3510F868D00}" dt="2026-01-11T15:50:43.597" v="963" actId="14100"/>
          <ac:spMkLst>
            <pc:docMk/>
            <pc:sldMk cId="234666312" sldId="270"/>
            <ac:spMk id="5" creationId="{4B71E5F6-D505-5603-7E47-C4075EC83E19}"/>
          </ac:spMkLst>
        </pc:spChg>
        <pc:picChg chg="del">
          <ac:chgData name="Vadan Khan" userId="a9b988e12a7c4ce8" providerId="LiveId" clId="{32E26D9D-EE9E-4F30-9D27-F3510F868D00}" dt="2026-01-11T15:46:28.950" v="364" actId="478"/>
          <ac:picMkLst>
            <pc:docMk/>
            <pc:sldMk cId="234666312" sldId="270"/>
            <ac:picMk id="3" creationId="{3B3A3DD3-301A-36BF-B2A5-855871D4CBE1}"/>
          </ac:picMkLst>
        </pc:picChg>
        <pc:picChg chg="add del mod">
          <ac:chgData name="Vadan Khan" userId="a9b988e12a7c4ce8" providerId="LiveId" clId="{32E26D9D-EE9E-4F30-9D27-F3510F868D00}" dt="2026-01-11T15:47:39.616" v="377" actId="478"/>
          <ac:picMkLst>
            <pc:docMk/>
            <pc:sldMk cId="234666312" sldId="270"/>
            <ac:picMk id="4" creationId="{EC1EB5EA-7A10-E1F1-A73F-07CE17B74794}"/>
          </ac:picMkLst>
        </pc:picChg>
        <pc:picChg chg="add mod">
          <ac:chgData name="Vadan Khan" userId="a9b988e12a7c4ce8" providerId="LiveId" clId="{32E26D9D-EE9E-4F30-9D27-F3510F868D00}" dt="2026-01-11T15:47:46.710" v="385" actId="1076"/>
          <ac:picMkLst>
            <pc:docMk/>
            <pc:sldMk cId="234666312" sldId="270"/>
            <ac:picMk id="7" creationId="{E9B9A460-A84C-B9DD-FA16-40DDF4445F5C}"/>
          </ac:picMkLst>
        </pc:picChg>
        <pc:picChg chg="add mod">
          <ac:chgData name="Vadan Khan" userId="a9b988e12a7c4ce8" providerId="LiveId" clId="{32E26D9D-EE9E-4F30-9D27-F3510F868D00}" dt="2026-01-11T15:50:04.548" v="851" actId="1076"/>
          <ac:picMkLst>
            <pc:docMk/>
            <pc:sldMk cId="234666312" sldId="270"/>
            <ac:picMk id="9" creationId="{E4F5A9FA-5218-210B-7260-CE9348A39E1E}"/>
          </ac:picMkLst>
        </pc:picChg>
      </pc:sldChg>
      <pc:sldChg chg="addSp delSp modSp add mod">
        <pc:chgData name="Vadan Khan" userId="a9b988e12a7c4ce8" providerId="LiveId" clId="{32E26D9D-EE9E-4F30-9D27-F3510F868D00}" dt="2026-01-11T15:55:19.798" v="1599" actId="20577"/>
        <pc:sldMkLst>
          <pc:docMk/>
          <pc:sldMk cId="3056714071" sldId="271"/>
        </pc:sldMkLst>
        <pc:spChg chg="add del">
          <ac:chgData name="Vadan Khan" userId="a9b988e12a7c4ce8" providerId="LiveId" clId="{32E26D9D-EE9E-4F30-9D27-F3510F868D00}" dt="2026-01-11T15:51:57.848" v="1003" actId="478"/>
          <ac:spMkLst>
            <pc:docMk/>
            <pc:sldMk cId="3056714071" sldId="271"/>
            <ac:spMk id="5" creationId="{57DD5F84-E5CD-2A5A-5379-9177176DFA71}"/>
          </ac:spMkLst>
        </pc:spChg>
        <pc:spChg chg="add mod">
          <ac:chgData name="Vadan Khan" userId="a9b988e12a7c4ce8" providerId="LiveId" clId="{32E26D9D-EE9E-4F30-9D27-F3510F868D00}" dt="2026-01-11T15:55:19.798" v="1599" actId="20577"/>
          <ac:spMkLst>
            <pc:docMk/>
            <pc:sldMk cId="3056714071" sldId="271"/>
            <ac:spMk id="10" creationId="{6296E621-9F17-283A-0D39-57ADC3C9C2F0}"/>
          </ac:spMkLst>
        </pc:spChg>
        <pc:spChg chg="mod">
          <ac:chgData name="Vadan Khan" userId="a9b988e12a7c4ce8" providerId="LiveId" clId="{32E26D9D-EE9E-4F30-9D27-F3510F868D00}" dt="2026-01-11T15:52:06.616" v="1017" actId="20577"/>
          <ac:spMkLst>
            <pc:docMk/>
            <pc:sldMk cId="3056714071" sldId="271"/>
            <ac:spMk id="271" creationId="{34E28232-C96B-73EC-0A95-9513CC2D5AFB}"/>
          </ac:spMkLst>
        </pc:spChg>
        <pc:spChg chg="add del">
          <ac:chgData name="Vadan Khan" userId="a9b988e12a7c4ce8" providerId="LiveId" clId="{32E26D9D-EE9E-4F30-9D27-F3510F868D00}" dt="2026-01-11T15:51:53.240" v="1002" actId="478"/>
          <ac:spMkLst>
            <pc:docMk/>
            <pc:sldMk cId="3056714071" sldId="271"/>
            <ac:spMk id="273" creationId="{4A732357-10F7-894F-2F7C-0CFDCE521642}"/>
          </ac:spMkLst>
        </pc:spChg>
        <pc:picChg chg="add del mod">
          <ac:chgData name="Vadan Khan" userId="a9b988e12a7c4ce8" providerId="LiveId" clId="{32E26D9D-EE9E-4F30-9D27-F3510F868D00}" dt="2026-01-11T15:51:52.526" v="1001" actId="22"/>
          <ac:picMkLst>
            <pc:docMk/>
            <pc:sldMk cId="3056714071" sldId="271"/>
            <ac:picMk id="3" creationId="{287DAD06-2A5E-FFA9-23D7-2A549C1B1842}"/>
          </ac:picMkLst>
        </pc:picChg>
        <pc:picChg chg="add mod">
          <ac:chgData name="Vadan Khan" userId="a9b988e12a7c4ce8" providerId="LiveId" clId="{32E26D9D-EE9E-4F30-9D27-F3510F868D00}" dt="2026-01-11T15:52:14.359" v="1019" actId="1076"/>
          <ac:picMkLst>
            <pc:docMk/>
            <pc:sldMk cId="3056714071" sldId="271"/>
            <ac:picMk id="6" creationId="{9D5116C2-F1F7-D7DF-B1C4-5951D84A5910}"/>
          </ac:picMkLst>
        </pc:picChg>
        <pc:picChg chg="add del">
          <ac:chgData name="Vadan Khan" userId="a9b988e12a7c4ce8" providerId="LiveId" clId="{32E26D9D-EE9E-4F30-9D27-F3510F868D00}" dt="2026-01-11T15:51:57.848" v="1003" actId="478"/>
          <ac:picMkLst>
            <pc:docMk/>
            <pc:sldMk cId="3056714071" sldId="271"/>
            <ac:picMk id="7" creationId="{DDFC8C15-7E8C-4091-985F-BD36F37EE5ED}"/>
          </ac:picMkLst>
        </pc:picChg>
        <pc:picChg chg="add del">
          <ac:chgData name="Vadan Khan" userId="a9b988e12a7c4ce8" providerId="LiveId" clId="{32E26D9D-EE9E-4F30-9D27-F3510F868D00}" dt="2026-01-11T15:51:57.848" v="1003" actId="478"/>
          <ac:picMkLst>
            <pc:docMk/>
            <pc:sldMk cId="3056714071" sldId="271"/>
            <ac:picMk id="9" creationId="{0B814E55-7DE0-32ED-3F0B-064F0DE8FE5E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1" name="Google Shape;121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1" name="Google Shape;131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2" name="Google Shape;142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9" name="Google Shape;159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2" name="Google Shape;172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86" name="Google Shape;186;p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7" name="Google Shape;187;p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6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01" name="Google Shape;201;p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2" name="Google Shape;202;p8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7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15" name="Google Shape;215;p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6" name="Google Shape;216;p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8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36" name="Google Shape;236;p1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7" name="Google Shape;237;p1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9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46" name="Google Shape;246;p1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7" name="Google Shape;247;p1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10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56" name="Google Shape;256;p1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7" name="Google Shape;257;p1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11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p1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9" name="Google Shape;269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7">
          <a:extLst>
            <a:ext uri="{FF2B5EF4-FFF2-40B4-BE49-F238E27FC236}">
              <a16:creationId xmlns:a16="http://schemas.microsoft.com/office/drawing/2014/main" id="{CE47A735-BF2B-B8BF-7949-2367DDFBEE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p13:notes">
            <a:extLst>
              <a:ext uri="{FF2B5EF4-FFF2-40B4-BE49-F238E27FC236}">
                <a16:creationId xmlns:a16="http://schemas.microsoft.com/office/drawing/2014/main" id="{67049CEE-48D7-D0F0-F79C-3B34939EFF4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9" name="Google Shape;269;p13:notes">
            <a:extLst>
              <a:ext uri="{FF2B5EF4-FFF2-40B4-BE49-F238E27FC236}">
                <a16:creationId xmlns:a16="http://schemas.microsoft.com/office/drawing/2014/main" id="{7D69D064-0E0E-DB26-8322-B9791809765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570232619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7">
          <a:extLst>
            <a:ext uri="{FF2B5EF4-FFF2-40B4-BE49-F238E27FC236}">
              <a16:creationId xmlns:a16="http://schemas.microsoft.com/office/drawing/2014/main" id="{895C3D0F-5CAD-043E-61A6-A971630E1C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p13:notes">
            <a:extLst>
              <a:ext uri="{FF2B5EF4-FFF2-40B4-BE49-F238E27FC236}">
                <a16:creationId xmlns:a16="http://schemas.microsoft.com/office/drawing/2014/main" id="{AF5C8FC4-06C5-3923-06DC-339A125A50C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9" name="Google Shape;269;p13:notes">
            <a:extLst>
              <a:ext uri="{FF2B5EF4-FFF2-40B4-BE49-F238E27FC236}">
                <a16:creationId xmlns:a16="http://schemas.microsoft.com/office/drawing/2014/main" id="{A57A1AEE-F02F-98AD-7BD6-57B732C5D43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852062749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7">
          <a:extLst>
            <a:ext uri="{FF2B5EF4-FFF2-40B4-BE49-F238E27FC236}">
              <a16:creationId xmlns:a16="http://schemas.microsoft.com/office/drawing/2014/main" id="{13F06157-4EA7-DD9C-4E09-02E583403A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p13:notes">
            <a:extLst>
              <a:ext uri="{FF2B5EF4-FFF2-40B4-BE49-F238E27FC236}">
                <a16:creationId xmlns:a16="http://schemas.microsoft.com/office/drawing/2014/main" id="{311A0906-3969-6EEF-5B37-5F309840921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9" name="Google Shape;269;p13:notes">
            <a:extLst>
              <a:ext uri="{FF2B5EF4-FFF2-40B4-BE49-F238E27FC236}">
                <a16:creationId xmlns:a16="http://schemas.microsoft.com/office/drawing/2014/main" id="{3709D4D5-2493-1D2D-C9C5-0EF0633766C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14172805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7">
          <a:extLst>
            <a:ext uri="{FF2B5EF4-FFF2-40B4-BE49-F238E27FC236}">
              <a16:creationId xmlns:a16="http://schemas.microsoft.com/office/drawing/2014/main" id="{E37E4352-F6C5-7CC4-83B1-8DCBEF5CD9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p13:notes">
            <a:extLst>
              <a:ext uri="{FF2B5EF4-FFF2-40B4-BE49-F238E27FC236}">
                <a16:creationId xmlns:a16="http://schemas.microsoft.com/office/drawing/2014/main" id="{73948157-FEA7-717A-0E6A-9E9FB963E89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9" name="Google Shape;269;p13:notes">
            <a:extLst>
              <a:ext uri="{FF2B5EF4-FFF2-40B4-BE49-F238E27FC236}">
                <a16:creationId xmlns:a16="http://schemas.microsoft.com/office/drawing/2014/main" id="{CF2FAE57-C653-00F9-8F97-37EE3FB2D7C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1803157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itle Slide" type="title">
  <p:cSld name="TITLE">
    <p:spTree>
      <p:nvGrpSpPr>
        <p:cNvPr id="1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17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" name="Google Shape;20;p17"/>
          <p:cNvSpPr/>
          <p:nvPr/>
        </p:nvSpPr>
        <p:spPr>
          <a:xfrm>
            <a:off x="1" y="6334316"/>
            <a:ext cx="12192000" cy="6648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" name="Google Shape;21;p17"/>
          <p:cNvSpPr txBox="1"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8000"/>
              <a:buFont typeface="Calibri"/>
              <a:buNone/>
              <a:defRPr sz="8000">
                <a:solidFill>
                  <a:srgbClr val="FEFEFE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17"/>
          <p:cNvSpPr txBox="1">
            <a:spLocks noGrp="1"/>
          </p:cNvSpPr>
          <p:nvPr>
            <p:ph type="subTitle" idx="1"/>
          </p:nvPr>
        </p:nvSpPr>
        <p:spPr>
          <a:xfrm>
            <a:off x="1100051" y="4455621"/>
            <a:ext cx="100584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2400"/>
              <a:buNone/>
              <a:defRPr sz="2400" cap="non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algn="ctr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  <a:defRPr sz="20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  <a:defRPr sz="20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  <a:defRPr sz="20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  <a:defRPr sz="20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  <a:defRPr sz="20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23" name="Google Shape;23;p17"/>
          <p:cNvSpPr txBox="1">
            <a:spLocks noGrp="1"/>
          </p:cNvSpPr>
          <p:nvPr>
            <p:ph type="dt" idx="10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4" name="Google Shape;24;p17"/>
          <p:cNvSpPr txBox="1">
            <a:spLocks noGrp="1"/>
          </p:cNvSpPr>
          <p:nvPr>
            <p:ph type="ftr" idx="11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17"/>
          <p:cNvSpPr txBox="1">
            <a:spLocks noGrp="1"/>
          </p:cNvSpPr>
          <p:nvPr>
            <p:ph type="sldNum" idx="12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cxnSp>
        <p:nvCxnSpPr>
          <p:cNvPr id="26" name="Google Shape;26;p17"/>
          <p:cNvCxnSpPr/>
          <p:nvPr/>
        </p:nvCxnSpPr>
        <p:spPr>
          <a:xfrm>
            <a:off x="1207658" y="4343400"/>
            <a:ext cx="9875520" cy="0"/>
          </a:xfrm>
          <a:prstGeom prst="straightConnector1">
            <a:avLst/>
          </a:prstGeom>
          <a:noFill/>
          <a:ln w="9525" cap="flat" cmpd="sng">
            <a:solidFill>
              <a:srgbClr val="FEFEFE"/>
            </a:solidFill>
            <a:prstDash val="solid"/>
            <a:round/>
            <a:headEnd type="none" w="sm" len="sm"/>
            <a:tailEnd type="none" w="sm" len="sm"/>
          </a:ln>
        </p:spPr>
      </p:cxn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18"/>
          <p:cNvSpPr txBox="1"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18"/>
          <p:cNvSpPr txBox="1"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800"/>
              <a:buChar char=" "/>
              <a:defRPr/>
            </a:lvl1pPr>
            <a:lvl2pPr marL="914400" lvl="1" indent="-3429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800"/>
              <a:buChar char="◦"/>
              <a:defRPr/>
            </a:lvl2pPr>
            <a:lvl3pPr marL="1371600" lvl="2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3pPr>
            <a:lvl4pPr marL="1828800" lvl="3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4pPr>
            <a:lvl5pPr marL="2286000" lvl="4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5pPr>
            <a:lvl6pPr marL="2743200" lvl="5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6pPr>
            <a:lvl7pPr marL="3200400" lvl="6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7pPr>
            <a:lvl8pPr marL="3657600" lvl="7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8pPr>
            <a:lvl9pPr marL="4114800" lvl="8" indent="-3429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800"/>
              <a:buChar char="◦"/>
              <a:defRPr/>
            </a:lvl9pPr>
          </a:lstStyle>
          <a:p>
            <a:endParaRPr/>
          </a:p>
        </p:txBody>
      </p:sp>
      <p:sp>
        <p:nvSpPr>
          <p:cNvPr id="39" name="Google Shape;39;p18"/>
          <p:cNvSpPr txBox="1">
            <a:spLocks noGrp="1"/>
          </p:cNvSpPr>
          <p:nvPr>
            <p:ph type="dt" idx="10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0" name="Google Shape;40;p18"/>
          <p:cNvSpPr txBox="1">
            <a:spLocks noGrp="1"/>
          </p:cNvSpPr>
          <p:nvPr>
            <p:ph type="ftr" idx="11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1" name="Google Shape;41;p18"/>
          <p:cNvSpPr txBox="1">
            <a:spLocks noGrp="1"/>
          </p:cNvSpPr>
          <p:nvPr>
            <p:ph type="sldNum" idx="12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19"/>
          <p:cNvSpPr txBox="1"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19"/>
          <p:cNvSpPr txBox="1"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2000"/>
              <a:buNone/>
              <a:defRPr sz="2000" b="0" cap="none">
                <a:solidFill>
                  <a:schemeClr val="dk2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19"/>
          <p:cNvSpPr txBox="1">
            <a:spLocks noGrp="1"/>
          </p:cNvSpPr>
          <p:nvPr>
            <p:ph type="body" idx="2"/>
          </p:nvPr>
        </p:nvSpPr>
        <p:spPr>
          <a:xfrm>
            <a:off x="1097280" y="2582335"/>
            <a:ext cx="4937760" cy="3286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800"/>
              <a:buChar char=" "/>
              <a:defRPr/>
            </a:lvl1pPr>
            <a:lvl2pPr marL="914400" lvl="1" indent="-3429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800"/>
              <a:buChar char="◦"/>
              <a:defRPr/>
            </a:lvl2pPr>
            <a:lvl3pPr marL="1371600" lvl="2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3pPr>
            <a:lvl4pPr marL="1828800" lvl="3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4pPr>
            <a:lvl5pPr marL="2286000" lvl="4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5pPr>
            <a:lvl6pPr marL="2743200" lvl="5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6pPr>
            <a:lvl7pPr marL="3200400" lvl="6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7pPr>
            <a:lvl8pPr marL="3657600" lvl="7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8pPr>
            <a:lvl9pPr marL="4114800" lvl="8" indent="-3429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800"/>
              <a:buChar char="◦"/>
              <a:defRPr/>
            </a:lvl9pPr>
          </a:lstStyle>
          <a:p>
            <a:endParaRPr/>
          </a:p>
        </p:txBody>
      </p:sp>
      <p:sp>
        <p:nvSpPr>
          <p:cNvPr id="46" name="Google Shape;46;p19"/>
          <p:cNvSpPr txBox="1">
            <a:spLocks noGrp="1"/>
          </p:cNvSpPr>
          <p:nvPr>
            <p:ph type="body" idx="3"/>
          </p:nvPr>
        </p:nvSpPr>
        <p:spPr>
          <a:xfrm>
            <a:off x="6217920" y="1846052"/>
            <a:ext cx="4937760" cy="7362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2000"/>
              <a:buNone/>
              <a:defRPr sz="2000" b="0" cap="none">
                <a:solidFill>
                  <a:schemeClr val="dk2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7" name="Google Shape;47;p19"/>
          <p:cNvSpPr txBox="1">
            <a:spLocks noGrp="1"/>
          </p:cNvSpPr>
          <p:nvPr>
            <p:ph type="body" idx="4"/>
          </p:nvPr>
        </p:nvSpPr>
        <p:spPr>
          <a:xfrm>
            <a:off x="6217920" y="2582334"/>
            <a:ext cx="4937760" cy="3286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800"/>
              <a:buChar char=" "/>
              <a:defRPr/>
            </a:lvl1pPr>
            <a:lvl2pPr marL="914400" lvl="1" indent="-3429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800"/>
              <a:buChar char="◦"/>
              <a:defRPr/>
            </a:lvl2pPr>
            <a:lvl3pPr marL="1371600" lvl="2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3pPr>
            <a:lvl4pPr marL="1828800" lvl="3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4pPr>
            <a:lvl5pPr marL="2286000" lvl="4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5pPr>
            <a:lvl6pPr marL="2743200" lvl="5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6pPr>
            <a:lvl7pPr marL="3200400" lvl="6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7pPr>
            <a:lvl8pPr marL="3657600" lvl="7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8pPr>
            <a:lvl9pPr marL="4114800" lvl="8" indent="-3429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800"/>
              <a:buChar char="◦"/>
              <a:defRPr/>
            </a:lvl9pPr>
          </a:lstStyle>
          <a:p>
            <a:endParaRPr/>
          </a:p>
        </p:txBody>
      </p:sp>
      <p:sp>
        <p:nvSpPr>
          <p:cNvPr id="48" name="Google Shape;48;p19"/>
          <p:cNvSpPr txBox="1">
            <a:spLocks noGrp="1"/>
          </p:cNvSpPr>
          <p:nvPr>
            <p:ph type="dt" idx="10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19"/>
          <p:cNvSpPr txBox="1">
            <a:spLocks noGrp="1"/>
          </p:cNvSpPr>
          <p:nvPr>
            <p:ph type="ftr" idx="11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0" name="Google Shape;50;p19"/>
          <p:cNvSpPr txBox="1">
            <a:spLocks noGrp="1"/>
          </p:cNvSpPr>
          <p:nvPr>
            <p:ph type="sldNum" idx="12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itle Slide" type="title">
  <p:cSld name="TITLE"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1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" name="Google Shape;53;p16"/>
          <p:cNvSpPr/>
          <p:nvPr/>
        </p:nvSpPr>
        <p:spPr>
          <a:xfrm>
            <a:off x="1" y="6334316"/>
            <a:ext cx="12192000" cy="6648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" name="Google Shape;54;p16"/>
          <p:cNvSpPr txBox="1"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8000"/>
              <a:buFont typeface="Calibri"/>
              <a:buNone/>
              <a:defRPr sz="8000">
                <a:solidFill>
                  <a:srgbClr val="262626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5" name="Google Shape;55;p16"/>
          <p:cNvSpPr txBox="1">
            <a:spLocks noGrp="1"/>
          </p:cNvSpPr>
          <p:nvPr>
            <p:ph type="subTitle" idx="1"/>
          </p:nvPr>
        </p:nvSpPr>
        <p:spPr>
          <a:xfrm>
            <a:off x="1100051" y="4455621"/>
            <a:ext cx="100584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2400"/>
              <a:buNone/>
              <a:defRPr sz="2400" cap="non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algn="ctr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  <a:defRPr sz="20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  <a:defRPr sz="20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  <a:defRPr sz="20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  <a:defRPr sz="20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  <a:defRPr sz="20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56" name="Google Shape;56;p16"/>
          <p:cNvSpPr txBox="1">
            <a:spLocks noGrp="1"/>
          </p:cNvSpPr>
          <p:nvPr>
            <p:ph type="dt" idx="10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16"/>
          <p:cNvSpPr txBox="1">
            <a:spLocks noGrp="1"/>
          </p:cNvSpPr>
          <p:nvPr>
            <p:ph type="ftr" idx="11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8" name="Google Shape;58;p16"/>
          <p:cNvSpPr txBox="1">
            <a:spLocks noGrp="1"/>
          </p:cNvSpPr>
          <p:nvPr>
            <p:ph type="sldNum" idx="12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cxnSp>
        <p:nvCxnSpPr>
          <p:cNvPr id="59" name="Google Shape;59;p16"/>
          <p:cNvCxnSpPr/>
          <p:nvPr/>
        </p:nvCxnSpPr>
        <p:spPr>
          <a:xfrm>
            <a:off x="1207658" y="4343400"/>
            <a:ext cx="9875520" cy="0"/>
          </a:xfrm>
          <a:prstGeom prst="straightConnector1">
            <a:avLst/>
          </a:prstGeom>
          <a:noFill/>
          <a:ln w="9525" cap="flat" cmpd="sng">
            <a:solidFill>
              <a:srgbClr val="7F7F7F"/>
            </a:solidFill>
            <a:prstDash val="solid"/>
            <a:round/>
            <a:headEnd type="none" w="sm" len="sm"/>
            <a:tailEnd type="none" w="sm" len="sm"/>
          </a:ln>
        </p:spPr>
      </p:cxn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Section Header" type="secHead">
  <p:cSld name="SECTION_HEADER">
    <p:bg>
      <p:bgPr>
        <a:solidFill>
          <a:schemeClr val="lt1"/>
        </a:solidFill>
        <a:effectLst/>
      </p:bgPr>
    </p:bg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20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2" name="Google Shape;62;p20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3" name="Google Shape;63;p20"/>
          <p:cNvSpPr txBox="1"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8000"/>
              <a:buFont typeface="Calibri"/>
              <a:buNone/>
              <a:defRPr sz="8000" b="0">
                <a:solidFill>
                  <a:srgbClr val="262626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4" name="Google Shape;64;p20"/>
          <p:cNvSpPr txBox="1"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2400"/>
              <a:buNone/>
              <a:defRPr sz="2400" cap="non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lvl="1" indent="-2286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65" name="Google Shape;65;p20"/>
          <p:cNvSpPr txBox="1">
            <a:spLocks noGrp="1"/>
          </p:cNvSpPr>
          <p:nvPr>
            <p:ph type="dt" idx="10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20"/>
          <p:cNvSpPr txBox="1">
            <a:spLocks noGrp="1"/>
          </p:cNvSpPr>
          <p:nvPr>
            <p:ph type="ftr" idx="11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20"/>
          <p:cNvSpPr txBox="1">
            <a:spLocks noGrp="1"/>
          </p:cNvSpPr>
          <p:nvPr>
            <p:ph type="sldNum" idx="12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cxnSp>
        <p:nvCxnSpPr>
          <p:cNvPr id="68" name="Google Shape;68;p20"/>
          <p:cNvCxnSpPr/>
          <p:nvPr/>
        </p:nvCxnSpPr>
        <p:spPr>
          <a:xfrm>
            <a:off x="1207658" y="4343400"/>
            <a:ext cx="9875520" cy="0"/>
          </a:xfrm>
          <a:prstGeom prst="straightConnector1">
            <a:avLst/>
          </a:prstGeom>
          <a:noFill/>
          <a:ln w="9525" cap="flat" cmpd="sng">
            <a:solidFill>
              <a:srgbClr val="7F7F7F"/>
            </a:solidFill>
            <a:prstDash val="solid"/>
            <a:round/>
            <a:headEnd type="none" w="sm" len="sm"/>
            <a:tailEnd type="none" w="sm" len="sm"/>
          </a:ln>
        </p:spPr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21"/>
          <p:cNvSpPr txBox="1"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p21"/>
          <p:cNvSpPr txBox="1">
            <a:spLocks noGrp="1"/>
          </p:cNvSpPr>
          <p:nvPr>
            <p:ph type="body" idx="1"/>
          </p:nvPr>
        </p:nvSpPr>
        <p:spPr>
          <a:xfrm>
            <a:off x="1097280" y="1845734"/>
            <a:ext cx="4937760" cy="40233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800"/>
              <a:buChar char=" "/>
              <a:defRPr/>
            </a:lvl1pPr>
            <a:lvl2pPr marL="914400" lvl="1" indent="-3429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800"/>
              <a:buChar char="◦"/>
              <a:defRPr/>
            </a:lvl2pPr>
            <a:lvl3pPr marL="1371600" lvl="2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3pPr>
            <a:lvl4pPr marL="1828800" lvl="3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4pPr>
            <a:lvl5pPr marL="2286000" lvl="4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5pPr>
            <a:lvl6pPr marL="2743200" lvl="5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6pPr>
            <a:lvl7pPr marL="3200400" lvl="6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7pPr>
            <a:lvl8pPr marL="3657600" lvl="7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8pPr>
            <a:lvl9pPr marL="4114800" lvl="8" indent="-3429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800"/>
              <a:buChar char="◦"/>
              <a:defRPr/>
            </a:lvl9pPr>
          </a:lstStyle>
          <a:p>
            <a:endParaRPr/>
          </a:p>
        </p:txBody>
      </p:sp>
      <p:sp>
        <p:nvSpPr>
          <p:cNvPr id="72" name="Google Shape;72;p21"/>
          <p:cNvSpPr txBox="1">
            <a:spLocks noGrp="1"/>
          </p:cNvSpPr>
          <p:nvPr>
            <p:ph type="body" idx="2"/>
          </p:nvPr>
        </p:nvSpPr>
        <p:spPr>
          <a:xfrm>
            <a:off x="6217920" y="1845735"/>
            <a:ext cx="4937760" cy="4023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800"/>
              <a:buChar char=" "/>
              <a:defRPr/>
            </a:lvl1pPr>
            <a:lvl2pPr marL="914400" lvl="1" indent="-3429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800"/>
              <a:buChar char="◦"/>
              <a:defRPr/>
            </a:lvl2pPr>
            <a:lvl3pPr marL="1371600" lvl="2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3pPr>
            <a:lvl4pPr marL="1828800" lvl="3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4pPr>
            <a:lvl5pPr marL="2286000" lvl="4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5pPr>
            <a:lvl6pPr marL="2743200" lvl="5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6pPr>
            <a:lvl7pPr marL="3200400" lvl="6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7pPr>
            <a:lvl8pPr marL="3657600" lvl="7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8pPr>
            <a:lvl9pPr marL="4114800" lvl="8" indent="-3429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800"/>
              <a:buChar char="◦"/>
              <a:defRPr/>
            </a:lvl9pPr>
          </a:lstStyle>
          <a:p>
            <a:endParaRPr/>
          </a:p>
        </p:txBody>
      </p:sp>
      <p:sp>
        <p:nvSpPr>
          <p:cNvPr id="73" name="Google Shape;73;p21"/>
          <p:cNvSpPr txBox="1">
            <a:spLocks noGrp="1"/>
          </p:cNvSpPr>
          <p:nvPr>
            <p:ph type="dt" idx="10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4" name="Google Shape;74;p21"/>
          <p:cNvSpPr txBox="1">
            <a:spLocks noGrp="1"/>
          </p:cNvSpPr>
          <p:nvPr>
            <p:ph type="ftr" idx="11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5" name="Google Shape;75;p21"/>
          <p:cNvSpPr txBox="1">
            <a:spLocks noGrp="1"/>
          </p:cNvSpPr>
          <p:nvPr>
            <p:ph type="sldNum" idx="12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22"/>
          <p:cNvSpPr txBox="1"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22"/>
          <p:cNvSpPr txBox="1">
            <a:spLocks noGrp="1"/>
          </p:cNvSpPr>
          <p:nvPr>
            <p:ph type="dt" idx="10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22"/>
          <p:cNvSpPr txBox="1">
            <a:spLocks noGrp="1"/>
          </p:cNvSpPr>
          <p:nvPr>
            <p:ph type="ftr" idx="11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0" name="Google Shape;80;p22"/>
          <p:cNvSpPr txBox="1">
            <a:spLocks noGrp="1"/>
          </p:cNvSpPr>
          <p:nvPr>
            <p:ph type="sldNum" idx="12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Blank" type="blank">
  <p:cSld name="BLANK"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23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3" name="Google Shape;83;p23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4" name="Google Shape;84;p23"/>
          <p:cNvSpPr txBox="1">
            <a:spLocks noGrp="1"/>
          </p:cNvSpPr>
          <p:nvPr>
            <p:ph type="dt" idx="10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5" name="Google Shape;85;p23"/>
          <p:cNvSpPr txBox="1">
            <a:spLocks noGrp="1"/>
          </p:cNvSpPr>
          <p:nvPr>
            <p:ph type="ftr" idx="11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FFFFFF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6" name="Google Shape;86;p23"/>
          <p:cNvSpPr txBox="1">
            <a:spLocks noGrp="1"/>
          </p:cNvSpPr>
          <p:nvPr>
            <p:ph type="sldNum" idx="12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Content with Caption" type="objTx">
  <p:cSld name="OBJECT_WITH_CAPTION_TEXT"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24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9" name="Google Shape;89;p24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0" name="Google Shape;90;p24"/>
          <p:cNvSpPr txBox="1"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Calibri"/>
              <a:buNone/>
              <a:defRPr sz="3600" b="0">
                <a:solidFill>
                  <a:srgbClr val="FFFFFF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1" name="Google Shape;91;p24"/>
          <p:cNvSpPr txBox="1">
            <a:spLocks noGrp="1"/>
          </p:cNvSpPr>
          <p:nvPr>
            <p:ph type="body" idx="1"/>
          </p:nvPr>
        </p:nvSpPr>
        <p:spPr>
          <a:xfrm>
            <a:off x="4800600" y="731520"/>
            <a:ext cx="6492240" cy="525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800"/>
              <a:buChar char=" "/>
              <a:defRPr/>
            </a:lvl1pPr>
            <a:lvl2pPr marL="914400" lvl="1" indent="-3429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800"/>
              <a:buChar char="◦"/>
              <a:defRPr/>
            </a:lvl2pPr>
            <a:lvl3pPr marL="1371600" lvl="2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3pPr>
            <a:lvl4pPr marL="1828800" lvl="3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4pPr>
            <a:lvl5pPr marL="2286000" lvl="4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5pPr>
            <a:lvl6pPr marL="2743200" lvl="5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6pPr>
            <a:lvl7pPr marL="3200400" lvl="6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7pPr>
            <a:lvl8pPr marL="3657600" lvl="7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8pPr>
            <a:lvl9pPr marL="4114800" lvl="8" indent="-3429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800"/>
              <a:buChar char="◦"/>
              <a:defRPr/>
            </a:lvl9pPr>
          </a:lstStyle>
          <a:p>
            <a:endParaRPr/>
          </a:p>
        </p:txBody>
      </p:sp>
      <p:sp>
        <p:nvSpPr>
          <p:cNvPr id="92" name="Google Shape;92;p24"/>
          <p:cNvSpPr txBox="1">
            <a:spLocks noGrp="1"/>
          </p:cNvSpPr>
          <p:nvPr>
            <p:ph type="body" idx="2"/>
          </p:nvPr>
        </p:nvSpPr>
        <p:spPr>
          <a:xfrm>
            <a:off x="457200" y="2926080"/>
            <a:ext cx="3200400" cy="33791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500"/>
              <a:buNone/>
              <a:defRPr sz="1500">
                <a:solidFill>
                  <a:srgbClr val="FFFFFF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200"/>
              <a:buNone/>
              <a:defRPr sz="12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000"/>
              <a:buNone/>
              <a:defRPr sz="10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 sz="9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 sz="9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 sz="9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 sz="9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 sz="9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93" name="Google Shape;93;p24"/>
          <p:cNvSpPr txBox="1">
            <a:spLocks noGrp="1"/>
          </p:cNvSpPr>
          <p:nvPr>
            <p:ph type="dt" idx="10"/>
          </p:nvPr>
        </p:nvSpPr>
        <p:spPr>
          <a:xfrm>
            <a:off x="465512" y="6459785"/>
            <a:ext cx="261851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4" name="Google Shape;94;p24"/>
          <p:cNvSpPr txBox="1">
            <a:spLocks noGrp="1"/>
          </p:cNvSpPr>
          <p:nvPr>
            <p:ph type="ftr" idx="11"/>
          </p:nvPr>
        </p:nvSpPr>
        <p:spPr>
          <a:xfrm>
            <a:off x="4800600" y="6459785"/>
            <a:ext cx="4648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dk2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5" name="Google Shape;95;p24"/>
          <p:cNvSpPr txBox="1">
            <a:spLocks noGrp="1"/>
          </p:cNvSpPr>
          <p:nvPr>
            <p:ph type="sldNum" idx="12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 sz="105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lvl="1" indent="0" algn="r">
              <a:spcBef>
                <a:spcPts val="0"/>
              </a:spcBef>
              <a:buNone/>
              <a:defRPr sz="105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lvl="2" indent="0" algn="r">
              <a:spcBef>
                <a:spcPts val="0"/>
              </a:spcBef>
              <a:buNone/>
              <a:defRPr sz="105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lvl="3" indent="0" algn="r">
              <a:spcBef>
                <a:spcPts val="0"/>
              </a:spcBef>
              <a:buNone/>
              <a:defRPr sz="105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lvl="4" indent="0" algn="r">
              <a:spcBef>
                <a:spcPts val="0"/>
              </a:spcBef>
              <a:buNone/>
              <a:defRPr sz="105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lvl="5" indent="0" algn="r">
              <a:spcBef>
                <a:spcPts val="0"/>
              </a:spcBef>
              <a:buNone/>
              <a:defRPr sz="105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lvl="6" indent="0" algn="r">
              <a:spcBef>
                <a:spcPts val="0"/>
              </a:spcBef>
              <a:buNone/>
              <a:defRPr sz="105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lvl="7" indent="0" algn="r">
              <a:spcBef>
                <a:spcPts val="0"/>
              </a:spcBef>
              <a:buNone/>
              <a:defRPr sz="105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lvl="8" indent="0" algn="r">
              <a:spcBef>
                <a:spcPts val="0"/>
              </a:spcBef>
              <a:buNone/>
              <a:defRPr sz="105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Picture with Caption" type="picTx">
  <p:cSld name="PICTURE_WITH_CAPTION_TEXT"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25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8" name="Google Shape;98;p25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9" name="Google Shape;99;p25"/>
          <p:cNvSpPr txBox="1">
            <a:spLocks noGrp="1"/>
          </p:cNvSpPr>
          <p:nvPr>
            <p:ph type="title"/>
          </p:nvPr>
        </p:nvSpPr>
        <p:spPr>
          <a:xfrm>
            <a:off x="1097280" y="5074920"/>
            <a:ext cx="10113645" cy="822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0" anchor="b" anchorCtr="0">
            <a:no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Calibri"/>
              <a:buNone/>
              <a:defRPr sz="3600" b="0">
                <a:solidFill>
                  <a:srgbClr val="FFFFFF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0" name="Google Shape;100;p25"/>
          <p:cNvSpPr>
            <a:spLocks noGrp="1"/>
          </p:cNvSpPr>
          <p:nvPr>
            <p:ph type="pic" idx="2"/>
          </p:nvPr>
        </p:nvSpPr>
        <p:spPr>
          <a:xfrm>
            <a:off x="15" y="0"/>
            <a:ext cx="12191985" cy="4915076"/>
          </a:xfrm>
          <a:prstGeom prst="rect">
            <a:avLst/>
          </a:prstGeom>
          <a:solidFill>
            <a:srgbClr val="BECAD4"/>
          </a:solidFill>
          <a:ln>
            <a:noFill/>
          </a:ln>
        </p:spPr>
      </p:sp>
      <p:sp>
        <p:nvSpPr>
          <p:cNvPr id="101" name="Google Shape;101;p25"/>
          <p:cNvSpPr txBox="1">
            <a:spLocks noGrp="1"/>
          </p:cNvSpPr>
          <p:nvPr>
            <p:ph type="body" idx="1"/>
          </p:nvPr>
        </p:nvSpPr>
        <p:spPr>
          <a:xfrm>
            <a:off x="1097280" y="5907024"/>
            <a:ext cx="10113264" cy="594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>
                <a:solidFill>
                  <a:srgbClr val="FFFFFF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000"/>
              <a:buNone/>
              <a:defRPr sz="10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 sz="9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 sz="9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 sz="9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 sz="9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 sz="9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102" name="Google Shape;102;p25"/>
          <p:cNvSpPr txBox="1">
            <a:spLocks noGrp="1"/>
          </p:cNvSpPr>
          <p:nvPr>
            <p:ph type="dt" idx="10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3" name="Google Shape;103;p25"/>
          <p:cNvSpPr txBox="1">
            <a:spLocks noGrp="1"/>
          </p:cNvSpPr>
          <p:nvPr>
            <p:ph type="ftr" idx="11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4" name="Google Shape;104;p25"/>
          <p:cNvSpPr txBox="1">
            <a:spLocks noGrp="1"/>
          </p:cNvSpPr>
          <p:nvPr>
            <p:ph type="sldNum" idx="12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26"/>
          <p:cNvSpPr txBox="1"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7" name="Google Shape;107;p26"/>
          <p:cNvSpPr txBox="1">
            <a:spLocks noGrp="1"/>
          </p:cNvSpPr>
          <p:nvPr>
            <p:ph type="body" idx="1"/>
          </p:nvPr>
        </p:nvSpPr>
        <p:spPr>
          <a:xfrm rot="5400000">
            <a:off x="4114800" y="-1171786"/>
            <a:ext cx="4023360" cy="1005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0" rIns="45700" bIns="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800"/>
              <a:buChar char=" "/>
              <a:defRPr/>
            </a:lvl1pPr>
            <a:lvl2pPr marL="914400" lvl="1" indent="-3429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800"/>
              <a:buChar char="◦"/>
              <a:defRPr/>
            </a:lvl2pPr>
            <a:lvl3pPr marL="1371600" lvl="2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3pPr>
            <a:lvl4pPr marL="1828800" lvl="3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4pPr>
            <a:lvl5pPr marL="2286000" lvl="4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5pPr>
            <a:lvl6pPr marL="2743200" lvl="5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6pPr>
            <a:lvl7pPr marL="3200400" lvl="6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7pPr>
            <a:lvl8pPr marL="3657600" lvl="7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8pPr>
            <a:lvl9pPr marL="4114800" lvl="8" indent="-3429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800"/>
              <a:buChar char="◦"/>
              <a:defRPr/>
            </a:lvl9pPr>
          </a:lstStyle>
          <a:p>
            <a:endParaRPr/>
          </a:p>
        </p:txBody>
      </p:sp>
      <p:sp>
        <p:nvSpPr>
          <p:cNvPr id="108" name="Google Shape;108;p26"/>
          <p:cNvSpPr txBox="1">
            <a:spLocks noGrp="1"/>
          </p:cNvSpPr>
          <p:nvPr>
            <p:ph type="dt" idx="10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9" name="Google Shape;109;p26"/>
          <p:cNvSpPr txBox="1">
            <a:spLocks noGrp="1"/>
          </p:cNvSpPr>
          <p:nvPr>
            <p:ph type="ftr" idx="11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0" name="Google Shape;110;p26"/>
          <p:cNvSpPr txBox="1">
            <a:spLocks noGrp="1"/>
          </p:cNvSpPr>
          <p:nvPr>
            <p:ph type="sldNum" idx="12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Vertical Title and Text" type="vertTitleAndTx">
  <p:cSld name="VERTICAL_TITLE_AND_VERTICAL_TEXT">
    <p:spTree>
      <p:nvGrpSpPr>
        <p:cNvPr id="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27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3" name="Google Shape;113;p2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4" name="Google Shape;114;p27"/>
          <p:cNvSpPr txBox="1">
            <a:spLocks noGrp="1"/>
          </p:cNvSpPr>
          <p:nvPr>
            <p:ph type="title"/>
          </p:nvPr>
        </p:nvSpPr>
        <p:spPr>
          <a:xfrm rot="5400000">
            <a:off x="7159401" y="1977801"/>
            <a:ext cx="575989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5" name="Google Shape;115;p27"/>
          <p:cNvSpPr txBox="1">
            <a:spLocks noGrp="1"/>
          </p:cNvSpPr>
          <p:nvPr>
            <p:ph type="body" idx="1"/>
          </p:nvPr>
        </p:nvSpPr>
        <p:spPr>
          <a:xfrm rot="5400000">
            <a:off x="1825401" y="-574899"/>
            <a:ext cx="575989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0" rIns="45700" bIns="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800"/>
              <a:buChar char=" "/>
              <a:defRPr/>
            </a:lvl1pPr>
            <a:lvl2pPr marL="914400" lvl="1" indent="-3429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800"/>
              <a:buChar char="◦"/>
              <a:defRPr/>
            </a:lvl2pPr>
            <a:lvl3pPr marL="1371600" lvl="2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3pPr>
            <a:lvl4pPr marL="1828800" lvl="3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4pPr>
            <a:lvl5pPr marL="2286000" lvl="4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5pPr>
            <a:lvl6pPr marL="2743200" lvl="5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6pPr>
            <a:lvl7pPr marL="3200400" lvl="6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7pPr>
            <a:lvl8pPr marL="3657600" lvl="7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8pPr>
            <a:lvl9pPr marL="4114800" lvl="8" indent="-3429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800"/>
              <a:buChar char="◦"/>
              <a:defRPr/>
            </a:lvl9pPr>
          </a:lstStyle>
          <a:p>
            <a:endParaRPr/>
          </a:p>
        </p:txBody>
      </p:sp>
      <p:sp>
        <p:nvSpPr>
          <p:cNvPr id="116" name="Google Shape;116;p27"/>
          <p:cNvSpPr txBox="1">
            <a:spLocks noGrp="1"/>
          </p:cNvSpPr>
          <p:nvPr>
            <p:ph type="dt" idx="10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7" name="Google Shape;117;p27"/>
          <p:cNvSpPr txBox="1">
            <a:spLocks noGrp="1"/>
          </p:cNvSpPr>
          <p:nvPr>
            <p:ph type="ftr" idx="11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8" name="Google Shape;118;p27"/>
          <p:cNvSpPr txBox="1">
            <a:spLocks noGrp="1"/>
          </p:cNvSpPr>
          <p:nvPr>
            <p:ph type="sldNum" idx="12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9.xml"/><Relationship Id="rId3" Type="http://schemas.openxmlformats.org/officeDocument/2006/relationships/slideLayout" Target="../slideLayouts/slideLayout4.xml"/><Relationship Id="rId7" Type="http://schemas.openxmlformats.org/officeDocument/2006/relationships/slideLayout" Target="../slideLayouts/slideLayout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3.xml"/><Relationship Id="rId1" Type="http://schemas.openxmlformats.org/officeDocument/2006/relationships/slideLayout" Target="../slideLayouts/slideLayout2.xml"/><Relationship Id="rId6" Type="http://schemas.openxmlformats.org/officeDocument/2006/relationships/slideLayout" Target="../slideLayouts/slideLayout7.xml"/><Relationship Id="rId11" Type="http://schemas.openxmlformats.org/officeDocument/2006/relationships/slideLayout" Target="../slideLayouts/slideLayout12.xml"/><Relationship Id="rId5" Type="http://schemas.openxmlformats.org/officeDocument/2006/relationships/slideLayout" Target="../slideLayouts/slideLayout6.xml"/><Relationship Id="rId10" Type="http://schemas.openxmlformats.org/officeDocument/2006/relationships/slideLayout" Target="../slideLayouts/slideLayout11.xml"/><Relationship Id="rId4" Type="http://schemas.openxmlformats.org/officeDocument/2006/relationships/slideLayout" Target="../slideLayouts/slideLayout5.xml"/><Relationship Id="rId9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dk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5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" name="Google Shape;11;p1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" name="Google Shape;12;p15"/>
          <p:cNvSpPr txBox="1"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R="0" lvl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4800"/>
              <a:buFont typeface="Calibri"/>
              <a:buNone/>
              <a:defRPr sz="4800" b="0" i="0" u="none" strike="noStrike" cap="none">
                <a:solidFill>
                  <a:srgbClr val="FEFEFE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3" name="Google Shape;13;p15"/>
          <p:cNvSpPr txBox="1"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rmAutofit/>
          </a:bodyPr>
          <a:lstStyle>
            <a:lvl1pPr marL="457200" marR="0" lvl="0" indent="-355600" algn="l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Calibri"/>
              <a:buChar char=" "/>
              <a:defRPr sz="2000" b="0" i="0" u="none" strike="noStrike" cap="none">
                <a:solidFill>
                  <a:srgbClr val="FEFEFE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Calibri"/>
              <a:buChar char="◦"/>
              <a:defRPr sz="1800" b="0" i="0" u="none" strike="noStrike" cap="none">
                <a:solidFill>
                  <a:srgbClr val="FEFEFE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FEFEFE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FEFEFE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FEFEFE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FEFEFE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FEFEFE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FEFEFE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FEFEFE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15"/>
          <p:cNvSpPr txBox="1">
            <a:spLocks noGrp="1"/>
          </p:cNvSpPr>
          <p:nvPr>
            <p:ph type="dt" idx="10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5" name="Google Shape;15;p15"/>
          <p:cNvSpPr txBox="1">
            <a:spLocks noGrp="1"/>
          </p:cNvSpPr>
          <p:nvPr>
            <p:ph type="ftr" idx="11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6" name="Google Shape;16;p15"/>
          <p:cNvSpPr txBox="1">
            <a:spLocks noGrp="1"/>
          </p:cNvSpPr>
          <p:nvPr>
            <p:ph type="sldNum" idx="12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050" b="0" u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050" b="0" u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050" b="0" u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050" b="0" u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050" b="0" u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050" b="0" u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050" b="0" u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050" b="0" u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050" b="0" u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cxnSp>
        <p:nvCxnSpPr>
          <p:cNvPr id="17" name="Google Shape;17;p15"/>
          <p:cNvCxnSpPr/>
          <p:nvPr/>
        </p:nvCxnSpPr>
        <p:spPr>
          <a:xfrm>
            <a:off x="1193532" y="1737845"/>
            <a:ext cx="9966960" cy="0"/>
          </a:xfrm>
          <a:prstGeom prst="straightConnector1">
            <a:avLst/>
          </a:prstGeom>
          <a:noFill/>
          <a:ln w="9525" cap="flat" cmpd="sng">
            <a:solidFill>
              <a:srgbClr val="FEFEFE"/>
            </a:solidFill>
            <a:prstDash val="solid"/>
            <a:round/>
            <a:headEnd type="none" w="sm" len="sm"/>
            <a:tailEnd type="none" w="sm" len="sm"/>
          </a:ln>
        </p:spPr>
      </p:cxn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1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" name="Google Shape;29;p14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" name="Google Shape;30;p14"/>
          <p:cNvSpPr txBox="1"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R="0" lvl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4800"/>
              <a:buFont typeface="Calibri"/>
              <a:buNone/>
              <a:defRPr sz="48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31" name="Google Shape;31;p14"/>
          <p:cNvSpPr txBox="1"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rmAutofit/>
          </a:bodyPr>
          <a:lstStyle>
            <a:lvl1pPr marL="457200" marR="0" lvl="0" indent="-355600" algn="l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Calibri"/>
              <a:buChar char=" "/>
              <a:defRPr sz="20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Calibri"/>
              <a:buChar char="◦"/>
              <a:defRPr sz="18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32" name="Google Shape;32;p14"/>
          <p:cNvSpPr txBox="1">
            <a:spLocks noGrp="1"/>
          </p:cNvSpPr>
          <p:nvPr>
            <p:ph type="dt" idx="10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33" name="Google Shape;33;p14"/>
          <p:cNvSpPr txBox="1">
            <a:spLocks noGrp="1"/>
          </p:cNvSpPr>
          <p:nvPr>
            <p:ph type="ftr" idx="11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34" name="Google Shape;34;p14"/>
          <p:cNvSpPr txBox="1">
            <a:spLocks noGrp="1"/>
          </p:cNvSpPr>
          <p:nvPr>
            <p:ph type="sldNum" idx="12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050" b="0" u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050" b="0" u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050" b="0" u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050" b="0" u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050" b="0" u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050" b="0" u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050" b="0" u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050" b="0" u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050" b="0" u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cxnSp>
        <p:nvCxnSpPr>
          <p:cNvPr id="35" name="Google Shape;35;p14"/>
          <p:cNvCxnSpPr/>
          <p:nvPr/>
        </p:nvCxnSpPr>
        <p:spPr>
          <a:xfrm>
            <a:off x="1193532" y="1737845"/>
            <a:ext cx="9966960" cy="0"/>
          </a:xfrm>
          <a:prstGeom prst="straightConnector1">
            <a:avLst/>
          </a:prstGeom>
          <a:noFill/>
          <a:ln w="9525" cap="flat" cmpd="sng">
            <a:solidFill>
              <a:srgbClr val="7F7F7F"/>
            </a:solidFill>
            <a:prstDash val="solid"/>
            <a:round/>
            <a:headEnd type="none" w="sm" len="sm"/>
            <a:tailEnd type="none" w="sm" len="sm"/>
          </a:ln>
        </p:spPr>
      </p:cxn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1" r:id="rId1"/>
    <p:sldLayoutId id="2147483652" r:id="rId2"/>
    <p:sldLayoutId id="2147483653" r:id="rId3"/>
    <p:sldLayoutId id="2147483654" r:id="rId4"/>
    <p:sldLayoutId id="2147483655" r:id="rId5"/>
    <p:sldLayoutId id="2147483656" r:id="rId6"/>
    <p:sldLayoutId id="2147483657" r:id="rId7"/>
    <p:sldLayoutId id="2147483658" r:id="rId8"/>
    <p:sldLayoutId id="2147483659" r:id="rId9"/>
    <p:sldLayoutId id="2147483660" r:id="rId10"/>
    <p:sldLayoutId id="2147483661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jp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7" Type="http://schemas.openxmlformats.org/officeDocument/2006/relationships/image" Target="../media/image1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jp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4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6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9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3A3A3A"/>
            </a:gs>
            <a:gs pos="65000">
              <a:schemeClr val="dk1"/>
            </a:gs>
            <a:gs pos="100000">
              <a:schemeClr val="dk1"/>
            </a:gs>
          </a:gsLst>
          <a:lin ang="16200000" scaled="0"/>
        </a:gradFill>
        <a:effectLst/>
      </p:bgPr>
    </p:bg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1"/>
          <p:cNvSpPr txBox="1"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Font typeface="Calibri"/>
              <a:buNone/>
            </a:pPr>
            <a:r>
              <a:rPr lang="en-US">
                <a:solidFill>
                  <a:schemeClr val="lt1"/>
                </a:solidFill>
              </a:rPr>
              <a:t>Optimising Tritium Production in Fusion Breeder Blankets</a:t>
            </a:r>
            <a:endParaRPr/>
          </a:p>
        </p:txBody>
      </p:sp>
      <p:sp>
        <p:nvSpPr>
          <p:cNvPr id="124" name="Google Shape;124;p1"/>
          <p:cNvSpPr txBox="1">
            <a:spLocks noGrp="1"/>
          </p:cNvSpPr>
          <p:nvPr>
            <p:ph type="subTitle" idx="1"/>
          </p:nvPr>
        </p:nvSpPr>
        <p:spPr>
          <a:xfrm>
            <a:off x="1100051" y="4455621"/>
            <a:ext cx="100584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en-US">
                <a:solidFill>
                  <a:schemeClr val="lt1"/>
                </a:solidFill>
              </a:rPr>
              <a:t>VADAN KHAN AND RHODRI PETERS</a:t>
            </a:r>
            <a:endParaRPr/>
          </a:p>
          <a:p>
            <a:pPr marL="0" lvl="0" indent="0" algn="l" rtl="0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400"/>
              <a:buNone/>
            </a:pPr>
            <a:r>
              <a:rPr lang="en-US">
                <a:solidFill>
                  <a:schemeClr val="lt1"/>
                </a:solidFill>
              </a:rPr>
              <a:t>SEMESTER 1 MASTERS PRESENTATION</a:t>
            </a:r>
            <a:endParaRPr/>
          </a:p>
        </p:txBody>
      </p:sp>
      <p:cxnSp>
        <p:nvCxnSpPr>
          <p:cNvPr id="125" name="Google Shape;125;p1"/>
          <p:cNvCxnSpPr/>
          <p:nvPr/>
        </p:nvCxnSpPr>
        <p:spPr>
          <a:xfrm>
            <a:off x="1207658" y="4343400"/>
            <a:ext cx="9875520" cy="0"/>
          </a:xfrm>
          <a:prstGeom prst="straightConnector1">
            <a:avLst/>
          </a:prstGeom>
          <a:noFill/>
          <a:ln w="9525" cap="flat" cmpd="sng">
            <a:solidFill>
              <a:schemeClr val="lt1">
                <a:alpha val="80000"/>
              </a:schemeClr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26" name="Google Shape;126;p1"/>
          <p:cNvSpPr/>
          <p:nvPr/>
        </p:nvSpPr>
        <p:spPr>
          <a:xfrm>
            <a:off x="15" y="6334316"/>
            <a:ext cx="12191985" cy="66484"/>
          </a:xfrm>
          <a:prstGeom prst="rect">
            <a:avLst/>
          </a:prstGeom>
          <a:solidFill>
            <a:srgbClr val="469AFB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Google Shape;127;p1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rgbClr val="151A56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28" name="Google Shape;128;p1"/>
          <p:cNvPicPr preferRelativeResize="0"/>
          <p:nvPr/>
        </p:nvPicPr>
        <p:blipFill rotWithShape="1">
          <a:blip r:embed="rId3">
            <a:alphaModFix amt="20000"/>
          </a:blip>
          <a:srcRect l="285" t="29281" r="779" b="1591"/>
          <a:stretch/>
        </p:blipFill>
        <p:spPr>
          <a:xfrm>
            <a:off x="0" y="0"/>
            <a:ext cx="12474207" cy="7016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2"/>
          <p:cNvSpPr txBox="1">
            <a:spLocks noGrp="1"/>
          </p:cNvSpPr>
          <p:nvPr>
            <p:ph type="title"/>
          </p:nvPr>
        </p:nvSpPr>
        <p:spPr>
          <a:xfrm>
            <a:off x="555674" y="263424"/>
            <a:ext cx="11080652" cy="6928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 fontScale="90000"/>
          </a:bodyPr>
          <a:lstStyle/>
          <a:p>
            <a:pPr marL="0" lvl="0" indent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ct val="100000"/>
              <a:buFont typeface="Calibri"/>
              <a:buNone/>
            </a:pPr>
            <a:r>
              <a:rPr lang="en-US"/>
              <a:t>Introduction to Fusion</a:t>
            </a:r>
            <a:endParaRPr/>
          </a:p>
        </p:txBody>
      </p:sp>
      <p:sp>
        <p:nvSpPr>
          <p:cNvPr id="134" name="Google Shape;134;p2"/>
          <p:cNvSpPr txBox="1">
            <a:spLocks noGrp="1"/>
          </p:cNvSpPr>
          <p:nvPr>
            <p:ph type="ftr" idx="11"/>
          </p:nvPr>
        </p:nvSpPr>
        <p:spPr>
          <a:xfrm>
            <a:off x="135988" y="6459785"/>
            <a:ext cx="1195284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HECKROTTE, W. AND HISKES, J.R. (1971) ‘SOME FACTORS IN THE CHOICE OF D-D, D-T OR D-3HE MIRROR FUSION POWER SYSTEMS’, NUCLEAR FUSION, 11(5), PP. 471–484. DOI: 10.1088/0029-5515/11/5/009.</a:t>
            </a:r>
            <a:br>
              <a:rPr lang="en-US"/>
            </a:br>
            <a:endParaRPr/>
          </a:p>
        </p:txBody>
      </p:sp>
      <p:sp>
        <p:nvSpPr>
          <p:cNvPr id="135" name="Google Shape;135;p2"/>
          <p:cNvSpPr/>
          <p:nvPr/>
        </p:nvSpPr>
        <p:spPr>
          <a:xfrm>
            <a:off x="1029970" y="1517934"/>
            <a:ext cx="10292080" cy="342616"/>
          </a:xfrm>
          <a:prstGeom prst="rect">
            <a:avLst/>
          </a:prstGeom>
          <a:solidFill>
            <a:schemeClr val="lt1"/>
          </a:solidFill>
          <a:ln w="1587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p2"/>
          <p:cNvSpPr txBox="1"/>
          <p:nvPr/>
        </p:nvSpPr>
        <p:spPr>
          <a:xfrm>
            <a:off x="568513" y="1188102"/>
            <a:ext cx="11080651" cy="1860703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l="-1258" t="-4053"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pic>
        <p:nvPicPr>
          <p:cNvPr id="137" name="Google Shape;137;p2" descr="A graph of energy and energy&#10;&#10;AI-generated content may be incorrect."/>
          <p:cNvPicPr preferRelativeResize="0"/>
          <p:nvPr/>
        </p:nvPicPr>
        <p:blipFill rotWithShape="1">
          <a:blip r:embed="rId4">
            <a:alphaModFix/>
          </a:blip>
          <a:srcRect l="2588" t="9581" r="8675" b="1906"/>
          <a:stretch/>
        </p:blipFill>
        <p:spPr>
          <a:xfrm>
            <a:off x="818303" y="2969683"/>
            <a:ext cx="4320231" cy="323201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38" name="Google Shape;138;p2"/>
          <p:cNvCxnSpPr/>
          <p:nvPr/>
        </p:nvCxnSpPr>
        <p:spPr>
          <a:xfrm>
            <a:off x="3326524" y="2902771"/>
            <a:ext cx="331076" cy="353853"/>
          </a:xfrm>
          <a:prstGeom prst="straightConnector1">
            <a:avLst/>
          </a:prstGeom>
          <a:noFill/>
          <a:ln w="12700" cap="flat" cmpd="sng">
            <a:solidFill>
              <a:schemeClr val="accent1"/>
            </a:solidFill>
            <a:prstDash val="solid"/>
            <a:round/>
            <a:headEnd type="none" w="sm" len="sm"/>
            <a:tailEnd type="triangle" w="med" len="med"/>
          </a:ln>
        </p:spPr>
      </p:cxnSp>
      <p:pic>
        <p:nvPicPr>
          <p:cNvPr id="139" name="Google Shape;139;p2"/>
          <p:cNvPicPr preferRelativeResize="0"/>
          <p:nvPr/>
        </p:nvPicPr>
        <p:blipFill rotWithShape="1">
          <a:blip r:embed="rId5">
            <a:alphaModFix/>
          </a:blip>
          <a:srcRect l="673" t="940" r="40587" b="3393"/>
          <a:stretch/>
        </p:blipFill>
        <p:spPr>
          <a:xfrm>
            <a:off x="7053467" y="2409484"/>
            <a:ext cx="4741549" cy="35341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3"/>
          <p:cNvSpPr/>
          <p:nvPr/>
        </p:nvSpPr>
        <p:spPr>
          <a:xfrm>
            <a:off x="1029970" y="1517934"/>
            <a:ext cx="10292080" cy="342616"/>
          </a:xfrm>
          <a:prstGeom prst="rect">
            <a:avLst/>
          </a:prstGeom>
          <a:solidFill>
            <a:schemeClr val="lt1"/>
          </a:solidFill>
          <a:ln w="1587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" name="Google Shape;145;p3"/>
          <p:cNvSpPr txBox="1">
            <a:spLocks noGrp="1"/>
          </p:cNvSpPr>
          <p:nvPr>
            <p:ph type="title"/>
          </p:nvPr>
        </p:nvSpPr>
        <p:spPr>
          <a:xfrm>
            <a:off x="555674" y="263424"/>
            <a:ext cx="11080652" cy="6928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 fontScale="90000"/>
          </a:bodyPr>
          <a:lstStyle/>
          <a:p>
            <a:pPr marL="0" lvl="0" indent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ct val="100000"/>
              <a:buFont typeface="Calibri"/>
              <a:buNone/>
            </a:pPr>
            <a:r>
              <a:rPr lang="en-US"/>
              <a:t>Breeder Blankets</a:t>
            </a:r>
            <a:endParaRPr/>
          </a:p>
        </p:txBody>
      </p:sp>
      <p:sp>
        <p:nvSpPr>
          <p:cNvPr id="146" name="Google Shape;146;p3"/>
          <p:cNvSpPr txBox="1">
            <a:spLocks noGrp="1"/>
          </p:cNvSpPr>
          <p:nvPr>
            <p:ph type="body" idx="1"/>
          </p:nvPr>
        </p:nvSpPr>
        <p:spPr>
          <a:xfrm>
            <a:off x="628650" y="1138040"/>
            <a:ext cx="4711693" cy="4731053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l="-2955" t="-1336"/>
            </a:stretch>
          </a:blipFill>
          <a:ln>
            <a:noFill/>
          </a:ln>
        </p:spPr>
        <p:txBody>
          <a:bodyPr spcFirstLastPara="1" wrap="square" lIns="0" tIns="45700" rIns="0" bIns="45700" anchor="t" anchorCtr="0">
            <a:normAutofit/>
          </a:bodyPr>
          <a:lstStyle/>
          <a:p>
            <a:pPr marL="91440" lvl="0" indent="-127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Char char=" "/>
            </a:pPr>
            <a:r>
              <a:rPr lang="en-US"/>
              <a:t> </a:t>
            </a:r>
            <a:endParaRPr/>
          </a:p>
        </p:txBody>
      </p:sp>
      <p:sp>
        <p:nvSpPr>
          <p:cNvPr id="147" name="Google Shape;147;p3"/>
          <p:cNvSpPr txBox="1">
            <a:spLocks noGrp="1"/>
          </p:cNvSpPr>
          <p:nvPr>
            <p:ph type="ftr" idx="11"/>
          </p:nvPr>
        </p:nvSpPr>
        <p:spPr>
          <a:xfrm>
            <a:off x="135988" y="6459785"/>
            <a:ext cx="1195284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HECKROTTE, W. AND HISKES, J.R. (1971) ‘SOME FACTORS IN THE CHOICE OF D-D, D-T OR D-3HE MIRROR FUSION POWER SYSTEMS’, NUCLEAR FUSION, 11(5), PP. 471–484. DOI: 10.1088/0029-5515/11/5/009.</a:t>
            </a:r>
            <a:br>
              <a:rPr lang="en-US"/>
            </a:br>
            <a:r>
              <a:rPr lang="en-US"/>
              <a:t>FEDERICI, G. ET AL. (2017) ‘EUROPEAN DEMO DESIGN STRATEGY AND CONSEQUENCES FOR MATERIALS’, NUCLEAR FUSION, 57(9), PP. 1–26. DOI: 10.1088/1741-4326/57/9/092002.</a:t>
            </a:r>
            <a:br>
              <a:rPr lang="en-US"/>
            </a:br>
            <a:endParaRPr/>
          </a:p>
        </p:txBody>
      </p:sp>
      <p:pic>
        <p:nvPicPr>
          <p:cNvPr id="148" name="Google Shape;148;p3" descr="undefined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730980" y="1932506"/>
            <a:ext cx="3426416" cy="273253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9" name="Google Shape;149;p3" descr="A graph of a graph showing the number of electrons&#10;&#10;AI-generated content may be incorrect.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292715" y="1066819"/>
            <a:ext cx="3109776" cy="2335376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50" name="Google Shape;150;p3"/>
          <p:cNvCxnSpPr/>
          <p:nvPr/>
        </p:nvCxnSpPr>
        <p:spPr>
          <a:xfrm rot="10800000" flipH="1">
            <a:off x="4122870" y="1944797"/>
            <a:ext cx="2339689" cy="911464"/>
          </a:xfrm>
          <a:prstGeom prst="straightConnector1">
            <a:avLst/>
          </a:prstGeom>
          <a:noFill/>
          <a:ln w="12700" cap="flat" cmpd="sng">
            <a:solidFill>
              <a:schemeClr val="accent1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151" name="Google Shape;151;p3"/>
          <p:cNvCxnSpPr/>
          <p:nvPr/>
        </p:nvCxnSpPr>
        <p:spPr>
          <a:xfrm rot="10800000" flipH="1">
            <a:off x="4636957" y="2500885"/>
            <a:ext cx="2063750" cy="800954"/>
          </a:xfrm>
          <a:prstGeom prst="straightConnector1">
            <a:avLst/>
          </a:prstGeom>
          <a:noFill/>
          <a:ln w="12700" cap="flat" cmpd="sng">
            <a:solidFill>
              <a:schemeClr val="accent1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152" name="Google Shape;152;p3"/>
          <p:cNvSpPr/>
          <p:nvPr/>
        </p:nvSpPr>
        <p:spPr>
          <a:xfrm>
            <a:off x="10833823" y="3699035"/>
            <a:ext cx="781050" cy="190500"/>
          </a:xfrm>
          <a:prstGeom prst="rect">
            <a:avLst/>
          </a:prstGeom>
          <a:noFill/>
          <a:ln w="15875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53" name="Google Shape;153;p3" descr="A graph of a graph showing a number of electrons&#10;&#10;AI-generated content may be incorrect.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184904" y="3538557"/>
            <a:ext cx="3546076" cy="2732529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54" name="Google Shape;154;p3"/>
          <p:cNvCxnSpPr/>
          <p:nvPr/>
        </p:nvCxnSpPr>
        <p:spPr>
          <a:xfrm rot="10800000" flipH="1">
            <a:off x="5065642" y="4581582"/>
            <a:ext cx="2644974" cy="14054"/>
          </a:xfrm>
          <a:prstGeom prst="straightConnector1">
            <a:avLst/>
          </a:prstGeom>
          <a:noFill/>
          <a:ln w="12700" cap="flat" cmpd="sng">
            <a:solidFill>
              <a:schemeClr val="accent1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155" name="Google Shape;155;p3"/>
          <p:cNvCxnSpPr/>
          <p:nvPr/>
        </p:nvCxnSpPr>
        <p:spPr>
          <a:xfrm>
            <a:off x="5001260" y="4904822"/>
            <a:ext cx="1263616" cy="743118"/>
          </a:xfrm>
          <a:prstGeom prst="straightConnector1">
            <a:avLst/>
          </a:prstGeom>
          <a:noFill/>
          <a:ln w="12700" cap="flat" cmpd="sng">
            <a:solidFill>
              <a:schemeClr val="accent1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156" name="Google Shape;156;p3"/>
          <p:cNvCxnSpPr/>
          <p:nvPr/>
        </p:nvCxnSpPr>
        <p:spPr>
          <a:xfrm rot="10800000">
            <a:off x="10291300" y="3298771"/>
            <a:ext cx="730927" cy="517242"/>
          </a:xfrm>
          <a:prstGeom prst="straightConnector1">
            <a:avLst/>
          </a:prstGeom>
          <a:noFill/>
          <a:ln w="12700" cap="flat" cmpd="sng">
            <a:solidFill>
              <a:schemeClr val="accent1"/>
            </a:solidFill>
            <a:prstDash val="solid"/>
            <a:round/>
            <a:headEnd type="none" w="sm" len="sm"/>
            <a:tailEnd type="triangle" w="med" len="med"/>
          </a:ln>
        </p:spPr>
      </p:cxn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4"/>
          <p:cNvSpPr/>
          <p:nvPr/>
        </p:nvSpPr>
        <p:spPr>
          <a:xfrm>
            <a:off x="1042670" y="1517934"/>
            <a:ext cx="10292080" cy="342616"/>
          </a:xfrm>
          <a:prstGeom prst="rect">
            <a:avLst/>
          </a:prstGeom>
          <a:solidFill>
            <a:schemeClr val="lt1"/>
          </a:solidFill>
          <a:ln w="1587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" name="Google Shape;162;p4"/>
          <p:cNvSpPr txBox="1">
            <a:spLocks noGrp="1"/>
          </p:cNvSpPr>
          <p:nvPr>
            <p:ph type="title"/>
          </p:nvPr>
        </p:nvSpPr>
        <p:spPr>
          <a:xfrm>
            <a:off x="649287" y="293314"/>
            <a:ext cx="10772775" cy="6020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 fontScale="90000"/>
          </a:bodyPr>
          <a:lstStyle/>
          <a:p>
            <a:pPr marL="0" lvl="0" indent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ct val="100000"/>
              <a:buFont typeface="Calibri"/>
              <a:buNone/>
            </a:pPr>
            <a:r>
              <a:rPr lang="en-US"/>
              <a:t>OpenMC and Simulation</a:t>
            </a:r>
            <a:endParaRPr/>
          </a:p>
        </p:txBody>
      </p:sp>
      <p:sp>
        <p:nvSpPr>
          <p:cNvPr id="163" name="Google Shape;163;p4"/>
          <p:cNvSpPr txBox="1">
            <a:spLocks noGrp="1"/>
          </p:cNvSpPr>
          <p:nvPr>
            <p:ph type="body" idx="1"/>
          </p:nvPr>
        </p:nvSpPr>
        <p:spPr>
          <a:xfrm>
            <a:off x="649287" y="1130300"/>
            <a:ext cx="3632200" cy="4536164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l="-4194" t="-1392" r="-698"/>
            </a:stretch>
          </a:blipFill>
          <a:ln>
            <a:noFill/>
          </a:ln>
        </p:spPr>
        <p:txBody>
          <a:bodyPr spcFirstLastPara="1" wrap="square" lIns="0" tIns="45700" rIns="0" bIns="45700" anchor="t" anchorCtr="0">
            <a:normAutofit/>
          </a:bodyPr>
          <a:lstStyle/>
          <a:p>
            <a:pPr marL="91440" lvl="0" indent="-127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Char char=" "/>
            </a:pPr>
            <a:r>
              <a:rPr lang="en-US"/>
              <a:t> </a:t>
            </a:r>
            <a:endParaRPr/>
          </a:p>
        </p:txBody>
      </p:sp>
      <p:sp>
        <p:nvSpPr>
          <p:cNvPr id="164" name="Google Shape;164;p4"/>
          <p:cNvSpPr txBox="1">
            <a:spLocks noGrp="1"/>
          </p:cNvSpPr>
          <p:nvPr>
            <p:ph type="ftr" idx="11"/>
          </p:nvPr>
        </p:nvSpPr>
        <p:spPr>
          <a:xfrm>
            <a:off x="152400" y="6459785"/>
            <a:ext cx="1176655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ROMANO, P.K. ET AL. (2015) ‘OPENMC: A STATE-OF-THE-ART MONTE CARLO CODE FOR RESEARCH AND DEVELOPMENT’, ANNALS OF NUCLEAR ENERGY, 82, PP. 90–97. DOI: 10.1016/J.ANUCENE.2014.07.048.</a:t>
            </a:r>
            <a:br>
              <a:rPr lang="en-US"/>
            </a:br>
            <a:r>
              <a:rPr lang="en-US"/>
              <a:t>SHIMWELL, J. ET AL. (2021) ‘THE PARAMAK: AUTOMATED PARAMETRIC GEOMETRY CONSTRUCTION FOR FUSION REACTOR DESIGNS.’, F1000RESEARCH, 10, P. 27. DOI: 10.12688/F1000RESEARCH.28224.1.</a:t>
            </a:r>
            <a:br>
              <a:rPr lang="en-US"/>
            </a:br>
            <a:endParaRPr/>
          </a:p>
        </p:txBody>
      </p:sp>
      <p:pic>
        <p:nvPicPr>
          <p:cNvPr id="165" name="Google Shape;165;p4" descr="A diagram of a graph&#10;&#10;AI-generated content may be incorrect."/>
          <p:cNvPicPr preferRelativeResize="0"/>
          <p:nvPr/>
        </p:nvPicPr>
        <p:blipFill rotWithShape="1">
          <a:blip r:embed="rId4">
            <a:alphaModFix/>
          </a:blip>
          <a:srcRect l="26446" t="28336" r="35555" b="17390"/>
          <a:stretch/>
        </p:blipFill>
        <p:spPr>
          <a:xfrm>
            <a:off x="4346140" y="3541099"/>
            <a:ext cx="2723914" cy="2227504"/>
          </a:xfrm>
          <a:prstGeom prst="rect">
            <a:avLst/>
          </a:prstGeom>
          <a:noFill/>
          <a:ln>
            <a:noFill/>
          </a:ln>
        </p:spPr>
      </p:pic>
      <p:pic>
        <p:nvPicPr>
          <p:cNvPr id="166" name="Google Shape;166;p4" descr="OpenMC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8021822" y="3994148"/>
            <a:ext cx="3074802" cy="706685"/>
          </a:xfrm>
          <a:prstGeom prst="rect">
            <a:avLst/>
          </a:prstGeom>
          <a:noFill/>
          <a:ln>
            <a:noFill/>
          </a:ln>
        </p:spPr>
      </p:pic>
      <p:pic>
        <p:nvPicPr>
          <p:cNvPr id="167" name="Google Shape;167;p4"/>
          <p:cNvPicPr preferRelativeResize="0"/>
          <p:nvPr/>
        </p:nvPicPr>
        <p:blipFill rotWithShape="1">
          <a:blip r:embed="rId6">
            <a:alphaModFix/>
          </a:blip>
          <a:srcRect l="38634" t="83356" r="13564" b="3987"/>
          <a:stretch/>
        </p:blipFill>
        <p:spPr>
          <a:xfrm>
            <a:off x="8091672" y="5116757"/>
            <a:ext cx="3111501" cy="463551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68" name="Google Shape;168;p4"/>
          <p:cNvCxnSpPr/>
          <p:nvPr/>
        </p:nvCxnSpPr>
        <p:spPr>
          <a:xfrm>
            <a:off x="3855308" y="4448432"/>
            <a:ext cx="1396314" cy="252401"/>
          </a:xfrm>
          <a:prstGeom prst="straightConnector1">
            <a:avLst/>
          </a:prstGeom>
          <a:noFill/>
          <a:ln w="12700" cap="flat" cmpd="sng">
            <a:solidFill>
              <a:schemeClr val="accent1"/>
            </a:solidFill>
            <a:prstDash val="solid"/>
            <a:round/>
            <a:headEnd type="none" w="sm" len="sm"/>
            <a:tailEnd type="triangle" w="med" len="med"/>
          </a:ln>
        </p:spPr>
      </p:cxnSp>
      <p:pic>
        <p:nvPicPr>
          <p:cNvPr id="169" name="Google Shape;169;p4" descr="A diagram of a cell&#10;&#10;AI-generated content may be incorrect."/>
          <p:cNvPicPr preferRelativeResize="0"/>
          <p:nvPr/>
        </p:nvPicPr>
        <p:blipFill rotWithShape="1">
          <a:blip r:embed="rId7">
            <a:alphaModFix/>
          </a:blip>
          <a:srcRect l="5018" t="9589" r="8350" b="3550"/>
          <a:stretch/>
        </p:blipFill>
        <p:spPr>
          <a:xfrm>
            <a:off x="5958247" y="998081"/>
            <a:ext cx="4546600" cy="24003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6"/>
          <p:cNvSpPr/>
          <p:nvPr/>
        </p:nvSpPr>
        <p:spPr>
          <a:xfrm>
            <a:off x="1029970" y="1517934"/>
            <a:ext cx="10292080" cy="342616"/>
          </a:xfrm>
          <a:prstGeom prst="rect">
            <a:avLst/>
          </a:prstGeom>
          <a:solidFill>
            <a:schemeClr val="lt1"/>
          </a:solidFill>
          <a:ln w="1587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" name="Google Shape;175;p6"/>
          <p:cNvSpPr txBox="1">
            <a:spLocks noGrp="1"/>
          </p:cNvSpPr>
          <p:nvPr>
            <p:ph type="title"/>
          </p:nvPr>
        </p:nvSpPr>
        <p:spPr>
          <a:xfrm>
            <a:off x="544830" y="292953"/>
            <a:ext cx="9640570" cy="5828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 fontScale="90000"/>
          </a:bodyPr>
          <a:lstStyle/>
          <a:p>
            <a:pPr marL="0" lvl="0" indent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ct val="100000"/>
              <a:buFont typeface="Calibri"/>
              <a:buNone/>
            </a:pPr>
            <a:r>
              <a:rPr lang="en-US"/>
              <a:t>Liquid and Solid Breeder Materials</a:t>
            </a:r>
            <a:endParaRPr/>
          </a:p>
        </p:txBody>
      </p:sp>
      <p:pic>
        <p:nvPicPr>
          <p:cNvPr id="176" name="Google Shape;176;p6" descr="A graph with different colored dots and numbers&#10;&#10;AI-generated content may be incorrect."/>
          <p:cNvPicPr preferRelativeResize="0">
            <a:picLocks noGrp="1"/>
          </p:cNvPicPr>
          <p:nvPr>
            <p:ph type="body" idx="1"/>
          </p:nvPr>
        </p:nvPicPr>
        <p:blipFill rotWithShape="1">
          <a:blip r:embed="rId3">
            <a:alphaModFix/>
          </a:blip>
          <a:srcRect l="4409" t="10051" r="9333" b="2097"/>
          <a:stretch/>
        </p:blipFill>
        <p:spPr>
          <a:xfrm>
            <a:off x="5099550" y="1087022"/>
            <a:ext cx="6266429" cy="4786728"/>
          </a:xfrm>
          <a:prstGeom prst="rect">
            <a:avLst/>
          </a:prstGeom>
          <a:noFill/>
          <a:ln>
            <a:noFill/>
          </a:ln>
        </p:spPr>
      </p:pic>
      <p:sp>
        <p:nvSpPr>
          <p:cNvPr id="177" name="Google Shape;177;p6"/>
          <p:cNvSpPr txBox="1">
            <a:spLocks noGrp="1"/>
          </p:cNvSpPr>
          <p:nvPr>
            <p:ph type="ftr" idx="11"/>
          </p:nvPr>
        </p:nvSpPr>
        <p:spPr>
          <a:xfrm>
            <a:off x="88900" y="6328549"/>
            <a:ext cx="11963400" cy="5828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/>
              <a:t>BROWN, D.A. ET AL. (2018) ‘ENDF/B-VIII.0: THE 8TH MAJOR RELEASE OF THE NUCLEAR REACTION DATA LIBRARY WITH CIELO-PROJECT CROSS SECTIONS, NEW STANDARDS AND THERMAL SCATTERING DATA’, NUCLEAR DATA SHEETS, 148, PP. 1–142. DOI: 10.1016/J.NDS.2018.02.001.</a:t>
            </a:r>
            <a:br>
              <a:rPr lang="en-US" sz="800"/>
            </a:br>
            <a:r>
              <a:rPr lang="en-US" sz="800"/>
              <a:t>HERNÁNDEZ, F.A. AND PERESLAVTSEV, P. (2018) ‘FIRST PRINCIPLES REVIEW OF OPTIONS FOR TRITIUM BREEDER AND NEUTRON MULTIPLIER MATERIALS FOR BREEDING BLANKETS IN FUSION REACTORS’, FUSION ENGINEERING AND DESIGN, 137, PP. 243–256. DOI: 10.1016/J.FUSENGDES.2018.09.014.</a:t>
            </a:r>
            <a:endParaRPr/>
          </a:p>
        </p:txBody>
      </p:sp>
      <p:pic>
        <p:nvPicPr>
          <p:cNvPr id="178" name="Google Shape;178;p6" descr="A table with numbers and symbols&#10;&#10;AI-generated content may be incorrect.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959266" y="944434"/>
            <a:ext cx="2999971" cy="2578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9" name="Google Shape;179;p6" descr="A table of numbers and letters&#10;&#10;AI-generated content may be incorrect.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34537" y="3693984"/>
            <a:ext cx="4087527" cy="2324158"/>
          </a:xfrm>
          <a:prstGeom prst="rect">
            <a:avLst/>
          </a:prstGeom>
          <a:noFill/>
          <a:ln>
            <a:noFill/>
          </a:ln>
        </p:spPr>
      </p:pic>
      <p:sp>
        <p:nvSpPr>
          <p:cNvPr id="180" name="Google Shape;180;p6"/>
          <p:cNvSpPr/>
          <p:nvPr/>
        </p:nvSpPr>
        <p:spPr>
          <a:xfrm>
            <a:off x="3390900" y="3892550"/>
            <a:ext cx="250471" cy="146050"/>
          </a:xfrm>
          <a:prstGeom prst="rect">
            <a:avLst/>
          </a:prstGeom>
          <a:noFill/>
          <a:ln w="1587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" name="Google Shape;181;p6"/>
          <p:cNvSpPr/>
          <p:nvPr/>
        </p:nvSpPr>
        <p:spPr>
          <a:xfrm>
            <a:off x="2807970" y="996950"/>
            <a:ext cx="1051560" cy="2525584"/>
          </a:xfrm>
          <a:prstGeom prst="rect">
            <a:avLst/>
          </a:prstGeom>
          <a:noFill/>
          <a:ln w="15875" cap="flat" cmpd="sng">
            <a:solidFill>
              <a:srgbClr val="082A5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82" name="Google Shape;182;p6"/>
          <p:cNvCxnSpPr>
            <a:stCxn id="181" idx="3"/>
          </p:cNvCxnSpPr>
          <p:nvPr/>
        </p:nvCxnSpPr>
        <p:spPr>
          <a:xfrm rot="10800000" flipH="1">
            <a:off x="3859530" y="2023942"/>
            <a:ext cx="5860800" cy="235800"/>
          </a:xfrm>
          <a:prstGeom prst="straightConnector1">
            <a:avLst/>
          </a:prstGeom>
          <a:noFill/>
          <a:ln w="12700" cap="flat" cmpd="sng">
            <a:solidFill>
              <a:srgbClr val="082A54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183" name="Google Shape;183;p6"/>
          <p:cNvCxnSpPr>
            <a:stCxn id="180" idx="3"/>
          </p:cNvCxnSpPr>
          <p:nvPr/>
        </p:nvCxnSpPr>
        <p:spPr>
          <a:xfrm>
            <a:off x="3641371" y="3965575"/>
            <a:ext cx="7305900" cy="117600"/>
          </a:xfrm>
          <a:prstGeom prst="straightConnector1">
            <a:avLst/>
          </a:prstGeom>
          <a:noFill/>
          <a:ln w="12700" cap="flat" cmpd="sng">
            <a:solidFill>
              <a:srgbClr val="C00000"/>
            </a:solidFill>
            <a:prstDash val="solid"/>
            <a:round/>
            <a:headEnd type="none" w="sm" len="sm"/>
            <a:tailEnd type="triangle" w="med" len="med"/>
          </a:ln>
        </p:spPr>
      </p:cxn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7"/>
          <p:cNvSpPr/>
          <p:nvPr/>
        </p:nvSpPr>
        <p:spPr>
          <a:xfrm>
            <a:off x="982794" y="1429260"/>
            <a:ext cx="10292080" cy="342616"/>
          </a:xfrm>
          <a:prstGeom prst="rect">
            <a:avLst/>
          </a:prstGeom>
          <a:solidFill>
            <a:schemeClr val="lt1"/>
          </a:solidFill>
          <a:ln w="1587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" name="Google Shape;190;p7"/>
          <p:cNvSpPr txBox="1">
            <a:spLocks noGrp="1"/>
          </p:cNvSpPr>
          <p:nvPr>
            <p:ph type="title"/>
          </p:nvPr>
        </p:nvSpPr>
        <p:spPr>
          <a:xfrm>
            <a:off x="675745" y="252590"/>
            <a:ext cx="10058400" cy="5896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 fontScale="90000"/>
          </a:bodyPr>
          <a:lstStyle/>
          <a:p>
            <a:pPr marL="0" lvl="0" indent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ct val="100000"/>
              <a:buFont typeface="Calibri"/>
              <a:buNone/>
            </a:pPr>
            <a:r>
              <a:rPr lang="en-US"/>
              <a:t>Lithium-6 Enrichment</a:t>
            </a:r>
            <a:endParaRPr/>
          </a:p>
        </p:txBody>
      </p:sp>
      <p:pic>
        <p:nvPicPr>
          <p:cNvPr id="191" name="Google Shape;191;p7" descr="A graph with a curve&#10;&#10;AI-generated content may be incorrect."/>
          <p:cNvPicPr preferRelativeResize="0">
            <a:picLocks noGrp="1"/>
          </p:cNvPicPr>
          <p:nvPr>
            <p:ph type="body" idx="4"/>
          </p:nvPr>
        </p:nvPicPr>
        <p:blipFill rotWithShape="1">
          <a:blip r:embed="rId3">
            <a:alphaModFix/>
          </a:blip>
          <a:srcRect/>
          <a:stretch/>
        </p:blipFill>
        <p:spPr>
          <a:xfrm>
            <a:off x="5487609" y="899887"/>
            <a:ext cx="6244395" cy="4683295"/>
          </a:xfrm>
          <a:prstGeom prst="rect">
            <a:avLst/>
          </a:prstGeom>
          <a:noFill/>
          <a:ln>
            <a:noFill/>
          </a:ln>
        </p:spPr>
      </p:pic>
      <p:sp>
        <p:nvSpPr>
          <p:cNvPr id="192" name="Google Shape;192;p7"/>
          <p:cNvSpPr txBox="1">
            <a:spLocks noGrp="1"/>
          </p:cNvSpPr>
          <p:nvPr>
            <p:ph type="ftr" idx="11"/>
          </p:nvPr>
        </p:nvSpPr>
        <p:spPr>
          <a:xfrm>
            <a:off x="82550" y="6459785"/>
            <a:ext cx="120269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MAS DE LES VALLS, E. ET AL. (2008) ‘LEAD–LITHIUM EUTECTIC MATERIAL DATABASE FOR NUCLEAR FUSION TECHNOLOGY’, JOURNAL OF NUCLEAR MATERIALS, 376(3), PP. 353–357. DOI: 10.1016/J.JNUCMAT.2008.02.016.</a:t>
            </a:r>
            <a:br>
              <a:rPr lang="en-US"/>
            </a:br>
            <a:r>
              <a:rPr lang="en-US"/>
              <a:t>GIEGERICH, T. ET AL. (2019) ‘DEVELOPMENT OF A VIABLE ROUTE FOR LITHIUM-6 SUPPLY OF DEMO AND FUTURE FUSION POWER PLANTS’, FUSION ENGINEERING AND DESIGN, 149, P. 111339. DOI: 10.1016/J.FUSENGDES.2019.111339.</a:t>
            </a:r>
            <a:endParaRPr/>
          </a:p>
        </p:txBody>
      </p:sp>
      <p:grpSp>
        <p:nvGrpSpPr>
          <p:cNvPr id="193" name="Google Shape;193;p7"/>
          <p:cNvGrpSpPr/>
          <p:nvPr/>
        </p:nvGrpSpPr>
        <p:grpSpPr>
          <a:xfrm>
            <a:off x="8113623" y="1470505"/>
            <a:ext cx="929666" cy="3604834"/>
            <a:chOff x="4931271" y="1689242"/>
            <a:chExt cx="597394" cy="2025650"/>
          </a:xfrm>
        </p:grpSpPr>
        <p:cxnSp>
          <p:nvCxnSpPr>
            <p:cNvPr id="194" name="Google Shape;194;p7"/>
            <p:cNvCxnSpPr/>
            <p:nvPr/>
          </p:nvCxnSpPr>
          <p:spPr>
            <a:xfrm>
              <a:off x="4931271" y="1689242"/>
              <a:ext cx="0" cy="2025650"/>
            </a:xfrm>
            <a:prstGeom prst="straightConnector1">
              <a:avLst/>
            </a:prstGeom>
            <a:noFill/>
            <a:ln w="12700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195" name="Google Shape;195;p7"/>
            <p:cNvCxnSpPr/>
            <p:nvPr/>
          </p:nvCxnSpPr>
          <p:spPr>
            <a:xfrm flipH="1">
              <a:off x="5521820" y="1689242"/>
              <a:ext cx="6845" cy="2025650"/>
            </a:xfrm>
            <a:prstGeom prst="straightConnector1">
              <a:avLst/>
            </a:prstGeom>
            <a:noFill/>
            <a:ln w="12700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</p:cxnSp>
        <p:sp>
          <p:nvSpPr>
            <p:cNvPr id="196" name="Google Shape;196;p7"/>
            <p:cNvSpPr/>
            <p:nvPr/>
          </p:nvSpPr>
          <p:spPr>
            <a:xfrm>
              <a:off x="4931271" y="1689242"/>
              <a:ext cx="590549" cy="2025650"/>
            </a:xfrm>
            <a:prstGeom prst="rect">
              <a:avLst/>
            </a:prstGeom>
            <a:solidFill>
              <a:schemeClr val="accent1">
                <a:alpha val="29803"/>
              </a:scheme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97" name="Google Shape;197;p7"/>
          <p:cNvSpPr txBox="1"/>
          <p:nvPr/>
        </p:nvSpPr>
        <p:spPr>
          <a:xfrm>
            <a:off x="675745" y="1771876"/>
            <a:ext cx="3632200" cy="45361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Calibri"/>
              <a:buNone/>
            </a:pPr>
            <a:endParaRPr sz="2000" b="0" cap="none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" name="Google Shape;198;p7"/>
          <p:cNvSpPr txBox="1"/>
          <p:nvPr/>
        </p:nvSpPr>
        <p:spPr>
          <a:xfrm>
            <a:off x="584402" y="1923621"/>
            <a:ext cx="4095548" cy="28469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91440" marR="0" lvl="0" indent="-127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CADE4"/>
              </a:buClr>
              <a:buSzPts val="2000"/>
              <a:buFont typeface="Arial"/>
              <a:buChar char="•"/>
            </a:pPr>
            <a:r>
              <a:rPr lang="en-US" sz="20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Literature Values on Enrichment Vary from 40 - 90%</a:t>
            </a:r>
            <a:endParaRPr/>
          </a:p>
          <a:p>
            <a:pPr marL="91440" marR="0" lvl="0" indent="-127000" algn="l" rtl="0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Clr>
                <a:srgbClr val="1CADE4"/>
              </a:buClr>
              <a:buSzPts val="2000"/>
              <a:buFont typeface="Arial"/>
              <a:buChar char="•"/>
            </a:pPr>
            <a:r>
              <a:rPr lang="en-US" sz="20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Our study suggests a saturation at 40%</a:t>
            </a:r>
            <a:endParaRPr/>
          </a:p>
          <a:p>
            <a:pPr marL="91440" marR="0" lvl="0" indent="-127000" algn="l" rtl="0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Clr>
                <a:srgbClr val="1CADE4"/>
              </a:buClr>
              <a:buSzPts val="2000"/>
              <a:buFont typeface="Arial"/>
              <a:buChar char="•"/>
            </a:pPr>
            <a:r>
              <a:rPr lang="en-US" sz="20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Even 20 - 30 % could still be suitable as a compromise on expensive enrichment costs</a:t>
            </a:r>
            <a:endParaRPr sz="2000" b="0" i="0" u="none" strike="noStrike" cap="none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" marR="0" lvl="0" indent="0" algn="l" rtl="0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Clr>
                <a:srgbClr val="1CADE4"/>
              </a:buClr>
              <a:buSzPts val="2000"/>
              <a:buFont typeface="Calibri"/>
              <a:buNone/>
            </a:pPr>
            <a:endParaRPr sz="2000" b="0" i="0" u="none" strike="noStrike" cap="none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8"/>
          <p:cNvSpPr/>
          <p:nvPr/>
        </p:nvSpPr>
        <p:spPr>
          <a:xfrm>
            <a:off x="1055370" y="1517934"/>
            <a:ext cx="10292080" cy="342616"/>
          </a:xfrm>
          <a:prstGeom prst="rect">
            <a:avLst/>
          </a:prstGeom>
          <a:solidFill>
            <a:schemeClr val="lt1"/>
          </a:solidFill>
          <a:ln w="1587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" name="Google Shape;205;p8"/>
          <p:cNvSpPr txBox="1">
            <a:spLocks noGrp="1"/>
          </p:cNvSpPr>
          <p:nvPr>
            <p:ph type="title"/>
          </p:nvPr>
        </p:nvSpPr>
        <p:spPr>
          <a:xfrm>
            <a:off x="675745" y="252590"/>
            <a:ext cx="10058400" cy="5896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 fontScale="90000"/>
          </a:bodyPr>
          <a:lstStyle/>
          <a:p>
            <a:pPr marL="0" lvl="0" indent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ct val="100000"/>
              <a:buFont typeface="Calibri"/>
              <a:buNone/>
            </a:pPr>
            <a:r>
              <a:rPr lang="en-US"/>
              <a:t>Lithium-Lead Multiplier Ratio</a:t>
            </a:r>
            <a:endParaRPr/>
          </a:p>
        </p:txBody>
      </p:sp>
      <p:pic>
        <p:nvPicPr>
          <p:cNvPr id="206" name="Google Shape;206;p8" descr="A graph with a curve&#10;&#10;AI-generated content may be incorrect."/>
          <p:cNvPicPr preferRelativeResize="0">
            <a:picLocks noGrp="1"/>
          </p:cNvPicPr>
          <p:nvPr>
            <p:ph type="body" idx="2"/>
          </p:nvPr>
        </p:nvPicPr>
        <p:blipFill rotWithShape="1">
          <a:blip r:embed="rId3">
            <a:alphaModFix/>
          </a:blip>
          <a:srcRect/>
          <a:stretch/>
        </p:blipFill>
        <p:spPr>
          <a:xfrm>
            <a:off x="5482205" y="1032368"/>
            <a:ext cx="6281149" cy="4710861"/>
          </a:xfrm>
          <a:prstGeom prst="rect">
            <a:avLst/>
          </a:prstGeom>
          <a:noFill/>
          <a:ln>
            <a:noFill/>
          </a:ln>
        </p:spPr>
      </p:pic>
      <p:sp>
        <p:nvSpPr>
          <p:cNvPr id="207" name="Google Shape;207;p8"/>
          <p:cNvSpPr txBox="1">
            <a:spLocks noGrp="1"/>
          </p:cNvSpPr>
          <p:nvPr>
            <p:ph type="ftr" idx="11"/>
          </p:nvPr>
        </p:nvSpPr>
        <p:spPr>
          <a:xfrm>
            <a:off x="82550" y="6459785"/>
            <a:ext cx="120269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MAS DE LES VALLS, E. ET AL. (2008) ‘LEAD–LITHIUM EUTECTIC MATERIAL DATABASE FOR NUCLEAR FUSION TECHNOLOGY’, JOURNAL OF NUCLEAR MATERIALS, 376(3), PP. 353–357. DOI: 10.1016/J.JNUCMAT.2008.02.016.</a:t>
            </a:r>
            <a:br>
              <a:rPr lang="en-US"/>
            </a:br>
            <a:r>
              <a:rPr lang="en-US"/>
              <a:t>GIEGERICH, T. ET AL. (2019) ‘DEVELOPMENT OF A VIABLE ROUTE FOR LITHIUM-6 SUPPLY OF DEMO AND FUTURE FUSION POWER PLANTS’, FUSION ENGINEERING AND DESIGN, 149, P. 111339. DOI: 10.1016/J.FUSENGDES.2019.111339.</a:t>
            </a:r>
            <a:endParaRPr/>
          </a:p>
        </p:txBody>
      </p:sp>
      <p:grpSp>
        <p:nvGrpSpPr>
          <p:cNvPr id="208" name="Google Shape;208;p8"/>
          <p:cNvGrpSpPr/>
          <p:nvPr/>
        </p:nvGrpSpPr>
        <p:grpSpPr>
          <a:xfrm>
            <a:off x="8257703" y="1601325"/>
            <a:ext cx="877907" cy="3645989"/>
            <a:chOff x="4931271" y="1689242"/>
            <a:chExt cx="597394" cy="2025650"/>
          </a:xfrm>
        </p:grpSpPr>
        <p:cxnSp>
          <p:nvCxnSpPr>
            <p:cNvPr id="209" name="Google Shape;209;p8"/>
            <p:cNvCxnSpPr/>
            <p:nvPr/>
          </p:nvCxnSpPr>
          <p:spPr>
            <a:xfrm>
              <a:off x="4931271" y="1689242"/>
              <a:ext cx="0" cy="2025650"/>
            </a:xfrm>
            <a:prstGeom prst="straightConnector1">
              <a:avLst/>
            </a:prstGeom>
            <a:noFill/>
            <a:ln w="12700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210" name="Google Shape;210;p8"/>
            <p:cNvCxnSpPr/>
            <p:nvPr/>
          </p:nvCxnSpPr>
          <p:spPr>
            <a:xfrm flipH="1">
              <a:off x="5521820" y="1689242"/>
              <a:ext cx="6845" cy="2025650"/>
            </a:xfrm>
            <a:prstGeom prst="straightConnector1">
              <a:avLst/>
            </a:prstGeom>
            <a:noFill/>
            <a:ln w="12700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</p:cxnSp>
        <p:sp>
          <p:nvSpPr>
            <p:cNvPr id="211" name="Google Shape;211;p8"/>
            <p:cNvSpPr/>
            <p:nvPr/>
          </p:nvSpPr>
          <p:spPr>
            <a:xfrm>
              <a:off x="4931271" y="1689242"/>
              <a:ext cx="590549" cy="2025650"/>
            </a:xfrm>
            <a:prstGeom prst="rect">
              <a:avLst/>
            </a:prstGeom>
            <a:solidFill>
              <a:schemeClr val="accent1">
                <a:alpha val="29803"/>
              </a:scheme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12" name="Google Shape;212;p8"/>
          <p:cNvSpPr txBox="1"/>
          <p:nvPr/>
        </p:nvSpPr>
        <p:spPr>
          <a:xfrm>
            <a:off x="815738" y="1860550"/>
            <a:ext cx="4600812" cy="30264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91440" marR="0" lvl="0" indent="-127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CADE4"/>
              </a:buClr>
              <a:buSzPts val="2000"/>
              <a:buFont typeface="Arial"/>
              <a:buChar char="•"/>
            </a:pPr>
            <a:r>
              <a:rPr lang="en-US" sz="20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Foundational study assuming non-varying packing factors</a:t>
            </a:r>
            <a:endParaRPr sz="2000" b="0" i="0" u="none" strike="noStrike" cap="none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" marR="0" lvl="0" indent="-127000" algn="l" rtl="0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Clr>
                <a:srgbClr val="1CADE4"/>
              </a:buClr>
              <a:buSzPts val="2000"/>
              <a:buFont typeface="Arial"/>
              <a:buChar char="•"/>
            </a:pPr>
            <a:r>
              <a:rPr lang="en-US" sz="20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Eutectic LiPb Alloy resulted in far higher TBR</a:t>
            </a:r>
            <a:endParaRPr sz="2000" b="0" i="0" u="none" strike="noStrike" cap="none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" marR="0" lvl="0" indent="-127000" algn="l" rtl="0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Clr>
                <a:srgbClr val="1CADE4"/>
              </a:buClr>
              <a:buSzPts val="2000"/>
              <a:buFont typeface="Arial"/>
              <a:buChar char="•"/>
            </a:pPr>
            <a:r>
              <a:rPr lang="en-US" sz="20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Mostly due to its higher density</a:t>
            </a:r>
            <a:endParaRPr/>
          </a:p>
          <a:p>
            <a:pPr marL="91440" marR="0" lvl="0" indent="-127000" algn="l" rtl="0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Clr>
                <a:srgbClr val="1CADE4"/>
              </a:buClr>
              <a:buSzPts val="2000"/>
              <a:buFont typeface="Arial"/>
              <a:buChar char="•"/>
            </a:pPr>
            <a:r>
              <a:rPr lang="en-US" sz="20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Demonstrates the significance of packing factors and alloy density</a:t>
            </a:r>
            <a:endParaRPr sz="2000" b="0" i="0" u="none" strike="noStrike" cap="none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" marR="0" lvl="0" indent="0" algn="l" rtl="0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Clr>
                <a:srgbClr val="1CADE4"/>
              </a:buClr>
              <a:buSzPts val="2000"/>
              <a:buFont typeface="Calibri"/>
              <a:buNone/>
            </a:pPr>
            <a:endParaRPr sz="2000" b="0" i="0" u="none" strike="noStrike" cap="none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9"/>
          <p:cNvSpPr/>
          <p:nvPr/>
        </p:nvSpPr>
        <p:spPr>
          <a:xfrm>
            <a:off x="1004802" y="1549361"/>
            <a:ext cx="10292080" cy="342616"/>
          </a:xfrm>
          <a:prstGeom prst="rect">
            <a:avLst/>
          </a:prstGeom>
          <a:solidFill>
            <a:schemeClr val="lt1"/>
          </a:solidFill>
          <a:ln w="1587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9" name="Google Shape;219;p9"/>
          <p:cNvSpPr txBox="1">
            <a:spLocks noGrp="1"/>
          </p:cNvSpPr>
          <p:nvPr>
            <p:ph type="title"/>
          </p:nvPr>
        </p:nvSpPr>
        <p:spPr>
          <a:xfrm>
            <a:off x="492154" y="196150"/>
            <a:ext cx="10058400" cy="6045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 fontScale="90000"/>
          </a:bodyPr>
          <a:lstStyle/>
          <a:p>
            <a:pPr marL="0" lvl="0" indent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ct val="100000"/>
              <a:buFont typeface="Calibri"/>
              <a:buNone/>
            </a:pPr>
            <a:r>
              <a:rPr lang="en-US"/>
              <a:t>Breeder Blanket Thickness</a:t>
            </a:r>
            <a:endParaRPr/>
          </a:p>
        </p:txBody>
      </p:sp>
      <p:sp>
        <p:nvSpPr>
          <p:cNvPr id="220" name="Google Shape;220;p9"/>
          <p:cNvSpPr txBox="1">
            <a:spLocks noGrp="1"/>
          </p:cNvSpPr>
          <p:nvPr>
            <p:ph type="body" idx="1"/>
          </p:nvPr>
        </p:nvSpPr>
        <p:spPr>
          <a:xfrm>
            <a:off x="1312877" y="959563"/>
            <a:ext cx="3049398" cy="5762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-US" sz="2000"/>
              <a:t>TBR / BLANKET THICKNESS</a:t>
            </a:r>
            <a:endParaRPr/>
          </a:p>
        </p:txBody>
      </p:sp>
      <p:pic>
        <p:nvPicPr>
          <p:cNvPr id="221" name="Google Shape;221;p9" descr="A graph with a curve&#10;&#10;AI-generated content may be incorrect."/>
          <p:cNvPicPr preferRelativeResize="0">
            <a:picLocks noGrp="1"/>
          </p:cNvPicPr>
          <p:nvPr>
            <p:ph type="body" idx="2"/>
          </p:nvPr>
        </p:nvPicPr>
        <p:blipFill rotWithShape="1">
          <a:blip r:embed="rId3">
            <a:alphaModFix/>
          </a:blip>
          <a:srcRect l="3899" t="10838" r="9196" b="1621"/>
          <a:stretch/>
        </p:blipFill>
        <p:spPr>
          <a:xfrm>
            <a:off x="450448" y="1549361"/>
            <a:ext cx="4473890" cy="3379928"/>
          </a:xfrm>
          <a:prstGeom prst="rect">
            <a:avLst/>
          </a:prstGeom>
          <a:noFill/>
          <a:ln>
            <a:noFill/>
          </a:ln>
        </p:spPr>
      </p:pic>
      <p:sp>
        <p:nvSpPr>
          <p:cNvPr id="222" name="Google Shape;222;p9"/>
          <p:cNvSpPr txBox="1">
            <a:spLocks noGrp="1"/>
          </p:cNvSpPr>
          <p:nvPr>
            <p:ph type="body" idx="3"/>
          </p:nvPr>
        </p:nvSpPr>
        <p:spPr>
          <a:xfrm>
            <a:off x="7370189" y="947298"/>
            <a:ext cx="2818241" cy="5762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-US"/>
              <a:t>TBR REACTION HEATMAP</a:t>
            </a:r>
            <a:endParaRPr sz="2000"/>
          </a:p>
        </p:txBody>
      </p:sp>
      <p:pic>
        <p:nvPicPr>
          <p:cNvPr id="223" name="Google Shape;223;p9" descr="A diagram of a heat wave&#10;&#10;AI-generated content may be incorrect."/>
          <p:cNvPicPr preferRelativeResize="0">
            <a:picLocks noGrp="1"/>
          </p:cNvPicPr>
          <p:nvPr>
            <p:ph type="body" idx="4"/>
          </p:nvPr>
        </p:nvPicPr>
        <p:blipFill rotWithShape="1">
          <a:blip r:embed="rId4">
            <a:alphaModFix/>
          </a:blip>
          <a:srcRect l="1078" t="11949" r="3766" b="4990"/>
          <a:stretch/>
        </p:blipFill>
        <p:spPr>
          <a:xfrm>
            <a:off x="5911818" y="1443355"/>
            <a:ext cx="5829734" cy="3816542"/>
          </a:xfrm>
          <a:prstGeom prst="rect">
            <a:avLst/>
          </a:prstGeom>
          <a:noFill/>
          <a:ln>
            <a:noFill/>
          </a:ln>
        </p:spPr>
      </p:pic>
      <p:sp>
        <p:nvSpPr>
          <p:cNvPr id="224" name="Google Shape;224;p9"/>
          <p:cNvSpPr txBox="1">
            <a:spLocks noGrp="1"/>
          </p:cNvSpPr>
          <p:nvPr>
            <p:ph type="ftr" idx="11"/>
          </p:nvPr>
        </p:nvSpPr>
        <p:spPr>
          <a:xfrm>
            <a:off x="95250" y="6459785"/>
            <a:ext cx="119507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CHAUDHURI, P. ET AL. (2013) ‘OVERVIEW OF DESIGN AND THERMAL–HYDRAULIC ANALYSIS OF INDIAN SOLID BREEDER BLANKET CONCEPT’, FUSION ENGINEERING AND DESIGN, 88(4), PP. 209–215. DOI: 10.1016/J.FUSENGDES.2013.02.023.</a:t>
            </a:r>
            <a:br>
              <a:rPr lang="en-US"/>
            </a:br>
            <a:r>
              <a:rPr lang="en-US"/>
              <a:t>LIU, S. ET AL. (2022) ‘DESIGN OF THE WATER-COOLED CERAMIC BREEDER BLANKET FOR CFETR’, FUSION ENGINEERING AND DESIGN, 177, PP. 1–8. DOI: 10.1016/J.FUSENGDES.2022.113059.</a:t>
            </a:r>
            <a:br>
              <a:rPr lang="en-US"/>
            </a:br>
            <a:endParaRPr/>
          </a:p>
        </p:txBody>
      </p:sp>
      <p:grpSp>
        <p:nvGrpSpPr>
          <p:cNvPr id="225" name="Google Shape;225;p9"/>
          <p:cNvGrpSpPr/>
          <p:nvPr/>
        </p:nvGrpSpPr>
        <p:grpSpPr>
          <a:xfrm>
            <a:off x="9017131" y="1667649"/>
            <a:ext cx="584069" cy="2936694"/>
            <a:chOff x="5052868" y="2479502"/>
            <a:chExt cx="654824" cy="2439379"/>
          </a:xfrm>
        </p:grpSpPr>
        <p:cxnSp>
          <p:nvCxnSpPr>
            <p:cNvPr id="226" name="Google Shape;226;p9"/>
            <p:cNvCxnSpPr/>
            <p:nvPr/>
          </p:nvCxnSpPr>
          <p:spPr>
            <a:xfrm>
              <a:off x="5052868" y="2479502"/>
              <a:ext cx="0" cy="2439379"/>
            </a:xfrm>
            <a:prstGeom prst="straightConnector1">
              <a:avLst/>
            </a:prstGeom>
            <a:noFill/>
            <a:ln w="12700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227" name="Google Shape;227;p9"/>
            <p:cNvCxnSpPr/>
            <p:nvPr/>
          </p:nvCxnSpPr>
          <p:spPr>
            <a:xfrm flipH="1">
              <a:off x="5700189" y="2479502"/>
              <a:ext cx="7503" cy="2439379"/>
            </a:xfrm>
            <a:prstGeom prst="straightConnector1">
              <a:avLst/>
            </a:prstGeom>
            <a:noFill/>
            <a:ln w="12700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</p:cxnSp>
        <p:sp>
          <p:nvSpPr>
            <p:cNvPr id="228" name="Google Shape;228;p9"/>
            <p:cNvSpPr/>
            <p:nvPr/>
          </p:nvSpPr>
          <p:spPr>
            <a:xfrm>
              <a:off x="5052868" y="2479502"/>
              <a:ext cx="647321" cy="2439379"/>
            </a:xfrm>
            <a:prstGeom prst="rect">
              <a:avLst/>
            </a:prstGeom>
            <a:solidFill>
              <a:srgbClr val="7DC491">
                <a:alpha val="29803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29" name="Google Shape;229;p9"/>
          <p:cNvGrpSpPr/>
          <p:nvPr/>
        </p:nvGrpSpPr>
        <p:grpSpPr>
          <a:xfrm>
            <a:off x="2483506" y="1601530"/>
            <a:ext cx="804978" cy="2949498"/>
            <a:chOff x="5052868" y="2479502"/>
            <a:chExt cx="654824" cy="2439379"/>
          </a:xfrm>
        </p:grpSpPr>
        <p:cxnSp>
          <p:nvCxnSpPr>
            <p:cNvPr id="230" name="Google Shape;230;p9"/>
            <p:cNvCxnSpPr/>
            <p:nvPr/>
          </p:nvCxnSpPr>
          <p:spPr>
            <a:xfrm>
              <a:off x="5052868" y="2479502"/>
              <a:ext cx="0" cy="2439379"/>
            </a:xfrm>
            <a:prstGeom prst="straightConnector1">
              <a:avLst/>
            </a:prstGeom>
            <a:noFill/>
            <a:ln w="12700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231" name="Google Shape;231;p9"/>
            <p:cNvCxnSpPr/>
            <p:nvPr/>
          </p:nvCxnSpPr>
          <p:spPr>
            <a:xfrm flipH="1">
              <a:off x="5700189" y="2479502"/>
              <a:ext cx="7503" cy="2439379"/>
            </a:xfrm>
            <a:prstGeom prst="straightConnector1">
              <a:avLst/>
            </a:prstGeom>
            <a:noFill/>
            <a:ln w="12700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</p:cxnSp>
        <p:sp>
          <p:nvSpPr>
            <p:cNvPr id="232" name="Google Shape;232;p9"/>
            <p:cNvSpPr/>
            <p:nvPr/>
          </p:nvSpPr>
          <p:spPr>
            <a:xfrm>
              <a:off x="5052868" y="2479502"/>
              <a:ext cx="647321" cy="2439379"/>
            </a:xfrm>
            <a:prstGeom prst="rect">
              <a:avLst/>
            </a:prstGeom>
            <a:solidFill>
              <a:srgbClr val="7DC491">
                <a:alpha val="29803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33" name="Google Shape;233;p9"/>
          <p:cNvSpPr txBox="1"/>
          <p:nvPr/>
        </p:nvSpPr>
        <p:spPr>
          <a:xfrm>
            <a:off x="238992" y="5518209"/>
            <a:ext cx="11823699" cy="341632"/>
          </a:xfrm>
          <a:prstGeom prst="rect">
            <a:avLst/>
          </a:prstGeom>
          <a:blipFill rotWithShape="1">
            <a:blip r:embed="rId5">
              <a:alphaModFix/>
            </a:blip>
            <a:stretch>
              <a:fillRect l="-321" t="-14285" b="-28569"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p10"/>
          <p:cNvSpPr/>
          <p:nvPr/>
        </p:nvSpPr>
        <p:spPr>
          <a:xfrm>
            <a:off x="1029970" y="1517934"/>
            <a:ext cx="10292080" cy="342616"/>
          </a:xfrm>
          <a:prstGeom prst="rect">
            <a:avLst/>
          </a:prstGeom>
          <a:solidFill>
            <a:schemeClr val="lt1"/>
          </a:solidFill>
          <a:ln w="1587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0" name="Google Shape;240;p10"/>
          <p:cNvSpPr txBox="1">
            <a:spLocks noGrp="1"/>
          </p:cNvSpPr>
          <p:nvPr>
            <p:ph type="title"/>
          </p:nvPr>
        </p:nvSpPr>
        <p:spPr>
          <a:xfrm>
            <a:off x="539412" y="307576"/>
            <a:ext cx="10058400" cy="5397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 fontScale="90000"/>
          </a:bodyPr>
          <a:lstStyle/>
          <a:p>
            <a:pPr marL="0" lvl="0" indent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ct val="100000"/>
              <a:buFont typeface="Calibri"/>
              <a:buNone/>
            </a:pPr>
            <a:r>
              <a:rPr lang="en-US"/>
              <a:t>First Wall Thickness</a:t>
            </a:r>
            <a:endParaRPr/>
          </a:p>
        </p:txBody>
      </p:sp>
      <p:pic>
        <p:nvPicPr>
          <p:cNvPr id="241" name="Google Shape;241;p10" descr="A graph of different colored lines&#10;&#10;AI-generated content may be incorrect."/>
          <p:cNvPicPr preferRelativeResize="0">
            <a:picLocks noGrp="1"/>
          </p:cNvPicPr>
          <p:nvPr>
            <p:ph type="body" idx="2"/>
          </p:nvPr>
        </p:nvPicPr>
        <p:blipFill rotWithShape="1">
          <a:blip r:embed="rId3">
            <a:alphaModFix/>
          </a:blip>
          <a:srcRect/>
          <a:stretch/>
        </p:blipFill>
        <p:spPr>
          <a:xfrm>
            <a:off x="5618943" y="1111541"/>
            <a:ext cx="6151230" cy="4613422"/>
          </a:xfrm>
          <a:prstGeom prst="rect">
            <a:avLst/>
          </a:prstGeom>
          <a:noFill/>
          <a:ln>
            <a:noFill/>
          </a:ln>
        </p:spPr>
      </p:pic>
      <p:sp>
        <p:nvSpPr>
          <p:cNvPr id="242" name="Google Shape;242;p10"/>
          <p:cNvSpPr txBox="1">
            <a:spLocks noGrp="1"/>
          </p:cNvSpPr>
          <p:nvPr>
            <p:ph type="ftr" idx="11"/>
          </p:nvPr>
        </p:nvSpPr>
        <p:spPr>
          <a:xfrm>
            <a:off x="133350" y="6459785"/>
            <a:ext cx="837563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KING, D.J.M. ET AL. (2022) ‘HIGH TEMPERATURE ZIRCONIUM ALLOYS FOR FUSION ENERGY’, JOURNAL OF NUCLEAR MATERIALS, 559, PP. 1–27. DOI: 10.1016/J.JNUCMAT.2021.153431.</a:t>
            </a:r>
            <a:br>
              <a:rPr lang="en-US"/>
            </a:br>
            <a:endParaRPr/>
          </a:p>
        </p:txBody>
      </p:sp>
      <p:sp>
        <p:nvSpPr>
          <p:cNvPr id="243" name="Google Shape;243;p10"/>
          <p:cNvSpPr txBox="1"/>
          <p:nvPr/>
        </p:nvSpPr>
        <p:spPr>
          <a:xfrm>
            <a:off x="660062" y="2236903"/>
            <a:ext cx="4171950" cy="20856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91440" marR="0" lvl="0" indent="-127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CADE4"/>
              </a:buClr>
              <a:buSzPts val="2000"/>
              <a:buFont typeface="Arial"/>
              <a:buChar char="•"/>
            </a:pPr>
            <a:r>
              <a:rPr lang="en-US" sz="20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Considering TBR alone, the </a:t>
            </a:r>
            <a:r>
              <a:rPr lang="en-US" sz="20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z</a:t>
            </a:r>
            <a:r>
              <a:rPr lang="en-US" sz="20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irconium </a:t>
            </a:r>
            <a:r>
              <a:rPr lang="en-US" sz="20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a</a:t>
            </a:r>
            <a:r>
              <a:rPr lang="en-US" sz="20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lloy is far </a:t>
            </a:r>
            <a:r>
              <a:rPr lang="en-US" sz="20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s</a:t>
            </a:r>
            <a:r>
              <a:rPr lang="en-US" sz="20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uperior</a:t>
            </a:r>
            <a:endParaRPr sz="2000" b="0" i="0" u="none" strike="noStrike" cap="none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" marR="0" lvl="0" indent="-127000" algn="l" rtl="0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Clr>
                <a:srgbClr val="1CADE4"/>
              </a:buClr>
              <a:buSzPts val="2000"/>
              <a:buFont typeface="Arial"/>
              <a:buChar char="•"/>
            </a:pPr>
            <a:r>
              <a:rPr lang="en-US" sz="20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Max thermal flux limit &amp; plasma parameters could influence this choice in a real device</a:t>
            </a:r>
            <a:endParaRPr sz="2000" b="0" i="0" u="none" strike="noStrike" cap="none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" marR="0" lvl="0" indent="0" algn="l" rtl="0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Clr>
                <a:srgbClr val="1CADE4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p11"/>
          <p:cNvSpPr/>
          <p:nvPr/>
        </p:nvSpPr>
        <p:spPr>
          <a:xfrm>
            <a:off x="1029970" y="1517934"/>
            <a:ext cx="10292080" cy="342616"/>
          </a:xfrm>
          <a:prstGeom prst="rect">
            <a:avLst/>
          </a:prstGeom>
          <a:solidFill>
            <a:schemeClr val="lt1"/>
          </a:solidFill>
          <a:ln w="1587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0" name="Google Shape;250;p11"/>
          <p:cNvSpPr txBox="1">
            <a:spLocks noGrp="1"/>
          </p:cNvSpPr>
          <p:nvPr>
            <p:ph type="title"/>
          </p:nvPr>
        </p:nvSpPr>
        <p:spPr>
          <a:xfrm>
            <a:off x="539412" y="307576"/>
            <a:ext cx="10058400" cy="5397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 fontScale="90000"/>
          </a:bodyPr>
          <a:lstStyle/>
          <a:p>
            <a:pPr marL="0" lvl="0" indent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ct val="100000"/>
              <a:buFont typeface="Calibri"/>
              <a:buNone/>
            </a:pPr>
            <a:r>
              <a:rPr lang="en-US"/>
              <a:t>Triangularity</a:t>
            </a:r>
            <a:endParaRPr/>
          </a:p>
        </p:txBody>
      </p:sp>
      <p:pic>
        <p:nvPicPr>
          <p:cNvPr id="251" name="Google Shape;251;p11" descr="A graph with lines and numbers&#10;&#10;AI-generated content may be incorrect."/>
          <p:cNvPicPr preferRelativeResize="0">
            <a:picLocks noGrp="1"/>
          </p:cNvPicPr>
          <p:nvPr>
            <p:ph type="body" idx="4"/>
          </p:nvPr>
        </p:nvPicPr>
        <p:blipFill rotWithShape="1">
          <a:blip r:embed="rId3">
            <a:alphaModFix/>
          </a:blip>
          <a:srcRect/>
          <a:stretch/>
        </p:blipFill>
        <p:spPr>
          <a:xfrm>
            <a:off x="5632090" y="1073791"/>
            <a:ext cx="6045666" cy="4534249"/>
          </a:xfrm>
          <a:prstGeom prst="rect">
            <a:avLst/>
          </a:prstGeom>
          <a:noFill/>
          <a:ln>
            <a:noFill/>
          </a:ln>
        </p:spPr>
      </p:pic>
      <p:sp>
        <p:nvSpPr>
          <p:cNvPr id="252" name="Google Shape;252;p11"/>
          <p:cNvSpPr txBox="1">
            <a:spLocks noGrp="1"/>
          </p:cNvSpPr>
          <p:nvPr>
            <p:ph type="ftr" idx="11"/>
          </p:nvPr>
        </p:nvSpPr>
        <p:spPr>
          <a:xfrm>
            <a:off x="133350" y="6459785"/>
            <a:ext cx="837563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KING, D.J.M. ET AL. (2022) ‘HIGH TEMPERATURE ZIRCONIUM ALLOYS FOR FUSION ENERGY’, JOURNAL OF NUCLEAR MATERIALS, 559, PP. 1–27. DOI: 10.1016/J.JNUCMAT.2021.153431.</a:t>
            </a:r>
            <a:br>
              <a:rPr lang="en-US"/>
            </a:br>
            <a:endParaRPr/>
          </a:p>
        </p:txBody>
      </p:sp>
      <p:sp>
        <p:nvSpPr>
          <p:cNvPr id="253" name="Google Shape;253;p11"/>
          <p:cNvSpPr txBox="1"/>
          <p:nvPr/>
        </p:nvSpPr>
        <p:spPr>
          <a:xfrm>
            <a:off x="539412" y="2232635"/>
            <a:ext cx="4280238" cy="3248069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 l="-1182" t="-2334"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p12"/>
          <p:cNvSpPr/>
          <p:nvPr/>
        </p:nvSpPr>
        <p:spPr>
          <a:xfrm>
            <a:off x="1029970" y="1517934"/>
            <a:ext cx="10292080" cy="342616"/>
          </a:xfrm>
          <a:prstGeom prst="rect">
            <a:avLst/>
          </a:prstGeom>
          <a:solidFill>
            <a:schemeClr val="lt1"/>
          </a:solidFill>
          <a:ln w="1587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0" name="Google Shape;260;p12"/>
          <p:cNvSpPr txBox="1">
            <a:spLocks noGrp="1"/>
          </p:cNvSpPr>
          <p:nvPr>
            <p:ph type="title"/>
          </p:nvPr>
        </p:nvSpPr>
        <p:spPr>
          <a:xfrm>
            <a:off x="539412" y="307576"/>
            <a:ext cx="10058400" cy="5397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 fontScale="90000"/>
          </a:bodyPr>
          <a:lstStyle/>
          <a:p>
            <a:pPr marL="0" lvl="0" indent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ct val="100000"/>
              <a:buFont typeface="Calibri"/>
              <a:buNone/>
            </a:pPr>
            <a:r>
              <a:rPr lang="en-US"/>
              <a:t>Coolant Materials</a:t>
            </a:r>
            <a:endParaRPr/>
          </a:p>
        </p:txBody>
      </p:sp>
      <p:sp>
        <p:nvSpPr>
          <p:cNvPr id="261" name="Google Shape;261;p12"/>
          <p:cNvSpPr txBox="1">
            <a:spLocks noGrp="1"/>
          </p:cNvSpPr>
          <p:nvPr>
            <p:ph type="ftr" idx="11"/>
          </p:nvPr>
        </p:nvSpPr>
        <p:spPr>
          <a:xfrm>
            <a:off x="133350" y="6459785"/>
            <a:ext cx="837563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KING, D.J.M. ET AL. (2022) ‘HIGH TEMPERATURE ZIRCONIUM ALLOYS FOR FUSION ENERGY’, JOURNAL OF NUCLEAR MATERIALS, 559, PP. 1–27. DOI: 10.1016/J.JNUCMAT.2021.153431.</a:t>
            </a:r>
            <a:br>
              <a:rPr lang="en-US"/>
            </a:br>
            <a:endParaRPr/>
          </a:p>
        </p:txBody>
      </p:sp>
      <p:pic>
        <p:nvPicPr>
          <p:cNvPr id="262" name="Google Shape;262;p12" descr="A graph of a graph showing a number of different colored objects&#10;&#10;AI-generated content may be incorrect.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39412" y="1366933"/>
            <a:ext cx="4595119" cy="3433358"/>
          </a:xfrm>
          <a:prstGeom prst="rect">
            <a:avLst/>
          </a:prstGeom>
          <a:noFill/>
          <a:ln>
            <a:noFill/>
          </a:ln>
        </p:spPr>
      </p:pic>
      <p:pic>
        <p:nvPicPr>
          <p:cNvPr id="263" name="Google Shape;263;p12" descr="A graph of a graph showing the same number of electrons&#10;&#10;AI-generated content may be incorrect.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056425" y="1366934"/>
            <a:ext cx="4596163" cy="3433357"/>
          </a:xfrm>
          <a:prstGeom prst="rect">
            <a:avLst/>
          </a:prstGeom>
          <a:noFill/>
          <a:ln>
            <a:noFill/>
          </a:ln>
        </p:spPr>
      </p:pic>
      <p:sp>
        <p:nvSpPr>
          <p:cNvPr id="264" name="Google Shape;264;p12"/>
          <p:cNvSpPr txBox="1">
            <a:spLocks noGrp="1"/>
          </p:cNvSpPr>
          <p:nvPr>
            <p:ph type="body" idx="1"/>
          </p:nvPr>
        </p:nvSpPr>
        <p:spPr>
          <a:xfrm>
            <a:off x="1463879" y="888348"/>
            <a:ext cx="3049398" cy="5762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2500"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</a:pPr>
            <a:r>
              <a:rPr lang="en-US" sz="2000"/>
              <a:t>TBR / COOLANT FRACTION</a:t>
            </a:r>
            <a:endParaRPr/>
          </a:p>
        </p:txBody>
      </p:sp>
      <p:sp>
        <p:nvSpPr>
          <p:cNvPr id="265" name="Google Shape;265;p12"/>
          <p:cNvSpPr txBox="1">
            <a:spLocks noGrp="1"/>
          </p:cNvSpPr>
          <p:nvPr>
            <p:ph type="body" idx="3"/>
          </p:nvPr>
        </p:nvSpPr>
        <p:spPr>
          <a:xfrm>
            <a:off x="7521191" y="876083"/>
            <a:ext cx="4072394" cy="5762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2500"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</a:pPr>
            <a:r>
              <a:rPr lang="en-US" sz="2000"/>
              <a:t>TRITIUM BREEDING NEUTRON ENERGY</a:t>
            </a:r>
            <a:endParaRPr/>
          </a:p>
        </p:txBody>
      </p:sp>
      <p:sp>
        <p:nvSpPr>
          <p:cNvPr id="266" name="Google Shape;266;p12"/>
          <p:cNvSpPr txBox="1"/>
          <p:nvPr/>
        </p:nvSpPr>
        <p:spPr>
          <a:xfrm>
            <a:off x="371306" y="5053891"/>
            <a:ext cx="11449500" cy="128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342900" marR="0" lvl="0" indent="-3429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CADE4"/>
              </a:buClr>
              <a:buSzPts val="2000"/>
              <a:buFont typeface="Arial"/>
              <a:buChar char="•"/>
            </a:pPr>
            <a:r>
              <a:rPr lang="en-US" sz="20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Water was found to be far superior for TBR</a:t>
            </a:r>
            <a:r>
              <a:rPr lang="en-US" sz="20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20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as it can act as a moderator. </a:t>
            </a:r>
            <a:endParaRPr/>
          </a:p>
          <a:p>
            <a:pPr marL="342900" marR="0" lvl="0" indent="-342900" algn="l" rtl="0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Clr>
                <a:srgbClr val="1CADE4"/>
              </a:buClr>
              <a:buSzPts val="2000"/>
              <a:buFont typeface="Arial"/>
              <a:buChar char="•"/>
            </a:pPr>
            <a:r>
              <a:rPr lang="en-US" sz="20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L</a:t>
            </a:r>
            <a:r>
              <a:rPr lang="en-US" sz="20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ithium and water in close proximity poses a significant safety risk</a:t>
            </a:r>
            <a:endParaRPr/>
          </a:p>
          <a:p>
            <a:pPr marL="342900" marR="0" lvl="0" indent="-342900" algn="l" rtl="0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Clr>
                <a:srgbClr val="1CADE4"/>
              </a:buClr>
              <a:buSzPts val="2000"/>
              <a:buFont typeface="Arial"/>
              <a:buChar char="•"/>
            </a:pPr>
            <a:r>
              <a:rPr lang="en-US" sz="20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Must account for the </a:t>
            </a:r>
            <a:r>
              <a:rPr lang="en-US" sz="20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homogeneous</a:t>
            </a:r>
            <a:r>
              <a:rPr lang="en-US" sz="20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approximation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p13"/>
          <p:cNvSpPr txBox="1">
            <a:spLocks noGrp="1"/>
          </p:cNvSpPr>
          <p:nvPr>
            <p:ph type="title"/>
          </p:nvPr>
        </p:nvSpPr>
        <p:spPr>
          <a:xfrm>
            <a:off x="1097280" y="286603"/>
            <a:ext cx="10058400" cy="7997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4800"/>
              <a:buFont typeface="Calibri"/>
              <a:buNone/>
            </a:pPr>
            <a:r>
              <a:rPr lang="en-US"/>
              <a:t>Limitations &amp; Next Steps</a:t>
            </a:r>
            <a:endParaRPr/>
          </a:p>
        </p:txBody>
      </p:sp>
      <p:sp>
        <p:nvSpPr>
          <p:cNvPr id="272" name="Google Shape;272;p13"/>
          <p:cNvSpPr txBox="1">
            <a:spLocks noGrp="1"/>
          </p:cNvSpPr>
          <p:nvPr>
            <p:ph type="body" idx="1"/>
          </p:nvPr>
        </p:nvSpPr>
        <p:spPr>
          <a:xfrm>
            <a:off x="954636" y="1928552"/>
            <a:ext cx="10500302" cy="41061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rmAutofit/>
          </a:bodyPr>
          <a:lstStyle/>
          <a:p>
            <a:pPr marL="91440" lvl="0" indent="-127000">
              <a:spcBef>
                <a:spcPts val="0"/>
              </a:spcBef>
              <a:buSzPts val="2000"/>
              <a:buFont typeface="Arial"/>
              <a:buChar char="•"/>
            </a:pPr>
            <a:r>
              <a:rPr lang="en-US" dirty="0"/>
              <a:t> </a:t>
            </a:r>
            <a:r>
              <a:rPr lang="en-US" sz="3000" dirty="0"/>
              <a:t>Homogenous assumption → Heterogenous blanket upgrade</a:t>
            </a:r>
            <a:endParaRPr dirty="0"/>
          </a:p>
          <a:p>
            <a:pPr marL="91440" lvl="0" indent="-190500" algn="l" rtl="0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3000"/>
              <a:buFont typeface="Arial"/>
              <a:buChar char="•"/>
            </a:pPr>
            <a:r>
              <a:rPr lang="en-US" sz="3000" dirty="0"/>
              <a:t> Plasma ring source → Plasma body source with density variation</a:t>
            </a:r>
            <a:endParaRPr dirty="0"/>
          </a:p>
          <a:p>
            <a:pPr marL="91440" lvl="0" indent="-190500">
              <a:spcBef>
                <a:spcPts val="1400"/>
              </a:spcBef>
              <a:buSzPts val="3000"/>
              <a:buFont typeface="Arial"/>
              <a:buChar char="•"/>
            </a:pPr>
            <a:r>
              <a:rPr lang="en-US" sz="3000" dirty="0"/>
              <a:t> Simplified Tokamak geometry → Complex structure more closely matched to real devices</a:t>
            </a:r>
            <a:endParaRPr dirty="0"/>
          </a:p>
          <a:p>
            <a:pPr marL="91440" lvl="0" indent="-190500">
              <a:spcBef>
                <a:spcPts val="1400"/>
              </a:spcBef>
              <a:buSzPts val="3000"/>
              <a:buFont typeface="Arial"/>
              <a:buChar char="•"/>
            </a:pPr>
            <a:r>
              <a:rPr lang="en-US" sz="3000" dirty="0"/>
              <a:t> Focus on TBR → Holistic consideration for heating &amp; safety (</a:t>
            </a:r>
            <a:r>
              <a:rPr lang="en-US" sz="3000" dirty="0" err="1"/>
              <a:t>minimise</a:t>
            </a:r>
            <a:r>
              <a:rPr lang="en-US" sz="3000" dirty="0"/>
              <a:t> leakage fractions).</a:t>
            </a:r>
            <a:endParaRPr sz="3000" dirty="0"/>
          </a:p>
        </p:txBody>
      </p:sp>
      <p:sp>
        <p:nvSpPr>
          <p:cNvPr id="273" name="Google Shape;273;p13"/>
          <p:cNvSpPr/>
          <p:nvPr/>
        </p:nvSpPr>
        <p:spPr>
          <a:xfrm>
            <a:off x="1029970" y="1517934"/>
            <a:ext cx="10292080" cy="342616"/>
          </a:xfrm>
          <a:prstGeom prst="rect">
            <a:avLst/>
          </a:prstGeom>
          <a:solidFill>
            <a:schemeClr val="lt1"/>
          </a:solidFill>
          <a:ln w="1587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0">
          <a:extLst>
            <a:ext uri="{FF2B5EF4-FFF2-40B4-BE49-F238E27FC236}">
              <a16:creationId xmlns:a16="http://schemas.microsoft.com/office/drawing/2014/main" id="{17D65870-772A-DF30-A080-CA064DBB8F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p13">
            <a:extLst>
              <a:ext uri="{FF2B5EF4-FFF2-40B4-BE49-F238E27FC236}">
                <a16:creationId xmlns:a16="http://schemas.microsoft.com/office/drawing/2014/main" id="{DA394B76-9375-51FB-9281-72F41B7D0CF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183236" y="2517969"/>
            <a:ext cx="3825528" cy="7997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4800"/>
              <a:buFont typeface="Calibri"/>
              <a:buNone/>
            </a:pPr>
            <a:r>
              <a:rPr lang="en-US" dirty="0"/>
              <a:t>Backup Slides</a:t>
            </a:r>
            <a:endParaRPr dirty="0"/>
          </a:p>
        </p:txBody>
      </p:sp>
      <p:sp>
        <p:nvSpPr>
          <p:cNvPr id="273" name="Google Shape;273;p13">
            <a:extLst>
              <a:ext uri="{FF2B5EF4-FFF2-40B4-BE49-F238E27FC236}">
                <a16:creationId xmlns:a16="http://schemas.microsoft.com/office/drawing/2014/main" id="{2DFDACE8-EB0C-5357-28A9-10863E81A1C3}"/>
              </a:ext>
            </a:extLst>
          </p:cNvPr>
          <p:cNvSpPr/>
          <p:nvPr/>
        </p:nvSpPr>
        <p:spPr>
          <a:xfrm>
            <a:off x="1029970" y="1517934"/>
            <a:ext cx="10292080" cy="342616"/>
          </a:xfrm>
          <a:prstGeom prst="rect">
            <a:avLst/>
          </a:prstGeom>
          <a:solidFill>
            <a:schemeClr val="lt1"/>
          </a:solidFill>
          <a:ln w="1587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83960020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0">
          <a:extLst>
            <a:ext uri="{FF2B5EF4-FFF2-40B4-BE49-F238E27FC236}">
              <a16:creationId xmlns:a16="http://schemas.microsoft.com/office/drawing/2014/main" id="{5B62B450-33B3-3C07-E89F-FF40742F83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p13">
            <a:extLst>
              <a:ext uri="{FF2B5EF4-FFF2-40B4-BE49-F238E27FC236}">
                <a16:creationId xmlns:a16="http://schemas.microsoft.com/office/drawing/2014/main" id="{E721CB75-7D22-9A7B-F5C4-085A53E88A1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097280" y="286603"/>
            <a:ext cx="10058400" cy="7997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4800"/>
              <a:buFont typeface="Calibri"/>
              <a:buNone/>
            </a:pPr>
            <a:r>
              <a:rPr lang="en-US" dirty="0"/>
              <a:t>Heterogenous Structure Problems</a:t>
            </a:r>
            <a:endParaRPr dirty="0"/>
          </a:p>
        </p:txBody>
      </p:sp>
      <p:sp>
        <p:nvSpPr>
          <p:cNvPr id="273" name="Google Shape;273;p13">
            <a:extLst>
              <a:ext uri="{FF2B5EF4-FFF2-40B4-BE49-F238E27FC236}">
                <a16:creationId xmlns:a16="http://schemas.microsoft.com/office/drawing/2014/main" id="{6983D3B7-2F44-C651-25F6-BD4B00BB8FB6}"/>
              </a:ext>
            </a:extLst>
          </p:cNvPr>
          <p:cNvSpPr/>
          <p:nvPr/>
        </p:nvSpPr>
        <p:spPr>
          <a:xfrm>
            <a:off x="1029970" y="1517934"/>
            <a:ext cx="10292080" cy="342616"/>
          </a:xfrm>
          <a:prstGeom prst="rect">
            <a:avLst/>
          </a:prstGeom>
          <a:solidFill>
            <a:schemeClr val="lt1"/>
          </a:solidFill>
          <a:ln w="1587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" name="Picture 2" descr="A drawing of a spiraling structure&#10;&#10;AI-generated content may be incorrect.">
            <a:extLst>
              <a:ext uri="{FF2B5EF4-FFF2-40B4-BE49-F238E27FC236}">
                <a16:creationId xmlns:a16="http://schemas.microsoft.com/office/drawing/2014/main" id="{B1B841F7-1A1B-1A9F-DE07-47B727B868D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46052" y="1235179"/>
            <a:ext cx="8235351" cy="4104887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24014E4B-C02D-C8D0-C529-3BAF713374F3}"/>
              </a:ext>
            </a:extLst>
          </p:cNvPr>
          <p:cNvSpPr txBox="1"/>
          <p:nvPr/>
        </p:nvSpPr>
        <p:spPr>
          <a:xfrm>
            <a:off x="615350" y="5510016"/>
            <a:ext cx="10540329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/>
              <a:t>Unlike Fission, we expect reaction rate / TBR to decrease with heterogeneity, as more barriers from moderation </a:t>
            </a:r>
            <a:r>
              <a:rPr lang="en-US" sz="1400" dirty="0">
                <a:sym typeface="Wingdings" panose="05000000000000000000" pitchFamily="2" charset="2"/>
              </a:rPr>
              <a:t> breeding are encountered.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11249978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0">
          <a:extLst>
            <a:ext uri="{FF2B5EF4-FFF2-40B4-BE49-F238E27FC236}">
              <a16:creationId xmlns:a16="http://schemas.microsoft.com/office/drawing/2014/main" id="{F41D05EF-FF5C-365D-279B-3C7533CE58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p13">
            <a:extLst>
              <a:ext uri="{FF2B5EF4-FFF2-40B4-BE49-F238E27FC236}">
                <a16:creationId xmlns:a16="http://schemas.microsoft.com/office/drawing/2014/main" id="{CFCFF685-8E92-342F-881A-DAC5CC0798E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097280" y="286603"/>
            <a:ext cx="10058400" cy="7997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4800"/>
              <a:buFont typeface="Calibri"/>
              <a:buNone/>
            </a:pPr>
            <a:r>
              <a:rPr lang="en-US" dirty="0"/>
              <a:t>Heterogenous Structure Problems</a:t>
            </a:r>
            <a:endParaRPr dirty="0"/>
          </a:p>
        </p:txBody>
      </p:sp>
      <p:sp>
        <p:nvSpPr>
          <p:cNvPr id="273" name="Google Shape;273;p13">
            <a:extLst>
              <a:ext uri="{FF2B5EF4-FFF2-40B4-BE49-F238E27FC236}">
                <a16:creationId xmlns:a16="http://schemas.microsoft.com/office/drawing/2014/main" id="{5D3EE69C-1E17-20F7-FFD3-12D93B4F9613}"/>
              </a:ext>
            </a:extLst>
          </p:cNvPr>
          <p:cNvSpPr/>
          <p:nvPr/>
        </p:nvSpPr>
        <p:spPr>
          <a:xfrm>
            <a:off x="1029970" y="1517934"/>
            <a:ext cx="10292080" cy="342616"/>
          </a:xfrm>
          <a:prstGeom prst="rect">
            <a:avLst/>
          </a:prstGeom>
          <a:solidFill>
            <a:schemeClr val="lt1"/>
          </a:solidFill>
          <a:ln w="1587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B71E5F6-D505-5603-7E47-C4075EC83E19}"/>
              </a:ext>
            </a:extLst>
          </p:cNvPr>
          <p:cNvSpPr txBox="1"/>
          <p:nvPr/>
        </p:nvSpPr>
        <p:spPr>
          <a:xfrm>
            <a:off x="6453516" y="1453153"/>
            <a:ext cx="4868534" cy="18158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 err="1"/>
              <a:t>Optimisation</a:t>
            </a:r>
            <a:r>
              <a:rPr lang="en-US" sz="1400" dirty="0"/>
              <a:t> of th</a:t>
            </a:r>
            <a:r>
              <a:rPr lang="en-US" dirty="0"/>
              <a:t>e multi-layer thicknesses could be non-trivial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Want to have a water layer that is thick enough to moderate but not too thick to fully attenuate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Might want multiple layers for more “realistic” mimicking / avoiding neutron traps.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Real modules (CN HCCB) have piping structures so perhaps different approach required</a:t>
            </a:r>
            <a:endParaRPr lang="en-GB" dirty="0"/>
          </a:p>
        </p:txBody>
      </p:sp>
      <p:pic>
        <p:nvPicPr>
          <p:cNvPr id="7" name="Picture 6" descr="A black background with different colored lines&#10;&#10;AI-generated content may be incorrect.">
            <a:extLst>
              <a:ext uri="{FF2B5EF4-FFF2-40B4-BE49-F238E27FC236}">
                <a16:creationId xmlns:a16="http://schemas.microsoft.com/office/drawing/2014/main" id="{E9B9A460-A84C-B9DD-FA16-40DDF4445F5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8574" y="1396506"/>
            <a:ext cx="5289912" cy="3823933"/>
          </a:xfrm>
          <a:prstGeom prst="rect">
            <a:avLst/>
          </a:prstGeom>
        </p:spPr>
      </p:pic>
      <p:pic>
        <p:nvPicPr>
          <p:cNvPr id="9" name="Picture 8" descr="A diagram of a computer&#10;&#10;AI-generated content may be incorrect.">
            <a:extLst>
              <a:ext uri="{FF2B5EF4-FFF2-40B4-BE49-F238E27FC236}">
                <a16:creationId xmlns:a16="http://schemas.microsoft.com/office/drawing/2014/main" id="{E4F5A9FA-5218-210B-7260-CE9348A39E1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53516" y="3851257"/>
            <a:ext cx="5142888" cy="22411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466631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0">
          <a:extLst>
            <a:ext uri="{FF2B5EF4-FFF2-40B4-BE49-F238E27FC236}">
              <a16:creationId xmlns:a16="http://schemas.microsoft.com/office/drawing/2014/main" id="{B3E9EE9D-B5D6-093D-31DF-0D01E34018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p13">
            <a:extLst>
              <a:ext uri="{FF2B5EF4-FFF2-40B4-BE49-F238E27FC236}">
                <a16:creationId xmlns:a16="http://schemas.microsoft.com/office/drawing/2014/main" id="{34E28232-C96B-73EC-0A95-9513CC2D5AF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097280" y="286603"/>
            <a:ext cx="10058400" cy="7997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4800"/>
              <a:buFont typeface="Calibri"/>
              <a:buNone/>
            </a:pPr>
            <a:r>
              <a:rPr lang="en-US" dirty="0"/>
              <a:t>Plasma Body Source</a:t>
            </a:r>
            <a:endParaRPr dirty="0"/>
          </a:p>
        </p:txBody>
      </p:sp>
      <p:sp>
        <p:nvSpPr>
          <p:cNvPr id="273" name="Google Shape;273;p13">
            <a:extLst>
              <a:ext uri="{FF2B5EF4-FFF2-40B4-BE49-F238E27FC236}">
                <a16:creationId xmlns:a16="http://schemas.microsoft.com/office/drawing/2014/main" id="{4A732357-10F7-894F-2F7C-0CFDCE521642}"/>
              </a:ext>
            </a:extLst>
          </p:cNvPr>
          <p:cNvSpPr/>
          <p:nvPr/>
        </p:nvSpPr>
        <p:spPr>
          <a:xfrm>
            <a:off x="1029970" y="1517934"/>
            <a:ext cx="10292080" cy="342616"/>
          </a:xfrm>
          <a:prstGeom prst="rect">
            <a:avLst/>
          </a:prstGeom>
          <a:solidFill>
            <a:schemeClr val="lt1"/>
          </a:solidFill>
          <a:ln w="1587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6" name="Picture 5" descr="A close-up of a drawing&#10;&#10;AI-generated content may be incorrect.">
            <a:extLst>
              <a:ext uri="{FF2B5EF4-FFF2-40B4-BE49-F238E27FC236}">
                <a16:creationId xmlns:a16="http://schemas.microsoft.com/office/drawing/2014/main" id="{9D5116C2-F1F7-D7DF-B1C4-5951D84A591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9361" y="1339654"/>
            <a:ext cx="7697058" cy="4430546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6296E621-9F17-283A-0D39-57ADC3C9C2F0}"/>
              </a:ext>
            </a:extLst>
          </p:cNvPr>
          <p:cNvSpPr txBox="1"/>
          <p:nvPr/>
        </p:nvSpPr>
        <p:spPr>
          <a:xfrm>
            <a:off x="8327366" y="1339654"/>
            <a:ext cx="3675293" cy="31085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We expect it to introduce asymmetric heat load on different parts of the tokamak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This may increase the TBR if the thickness at all points is at least 500mm (as certain solid angles experience greater geometric thickness)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But it could require varying thickness if below saturation thickness (as the inner walls experience too great a neutron flux)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Also any increases in TBR could be cancelled by the increase in heating management concerns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056714071"/>
      </p:ext>
    </p:extLst>
  </p:cSld>
  <p:clrMapOvr>
    <a:masterClrMapping/>
  </p:clrMapOvr>
</p:sld>
</file>

<file path=ppt/theme/theme1.xml><?xml version="1.0" encoding="utf-8"?>
<a:theme xmlns:a="http://schemas.openxmlformats.org/drawingml/2006/main" name="Retrospect">
  <a:themeElements>
    <a:clrScheme name="Retrospect">
      <a:dk1>
        <a:srgbClr val="000000"/>
      </a:dk1>
      <a:lt1>
        <a:srgbClr val="FFFFFF"/>
      </a:lt1>
      <a:dk2>
        <a:srgbClr val="344068"/>
      </a:dk2>
      <a:lt2>
        <a:srgbClr val="D9E0E6"/>
      </a:lt2>
      <a:accent1>
        <a:srgbClr val="1CADE4"/>
      </a:accent1>
      <a:accent2>
        <a:srgbClr val="2683C6"/>
      </a:accent2>
      <a:accent3>
        <a:srgbClr val="28C4CC"/>
      </a:accent3>
      <a:accent4>
        <a:srgbClr val="42BA97"/>
      </a:accent4>
      <a:accent5>
        <a:srgbClr val="3E8853"/>
      </a:accent5>
      <a:accent6>
        <a:srgbClr val="62A39F"/>
      </a:accent6>
      <a:hlink>
        <a:srgbClr val="6EAC1C"/>
      </a:hlink>
      <a:folHlink>
        <a:srgbClr val="B26B0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Retrospect">
  <a:themeElements>
    <a:clrScheme name="Retrospect">
      <a:dk1>
        <a:srgbClr val="000000"/>
      </a:dk1>
      <a:lt1>
        <a:srgbClr val="FFFFFF"/>
      </a:lt1>
      <a:dk2>
        <a:srgbClr val="344068"/>
      </a:dk2>
      <a:lt2>
        <a:srgbClr val="D9E0E6"/>
      </a:lt2>
      <a:accent1>
        <a:srgbClr val="1CADE4"/>
      </a:accent1>
      <a:accent2>
        <a:srgbClr val="2683C6"/>
      </a:accent2>
      <a:accent3>
        <a:srgbClr val="28C4CC"/>
      </a:accent3>
      <a:accent4>
        <a:srgbClr val="42BA97"/>
      </a:accent4>
      <a:accent5>
        <a:srgbClr val="3E8853"/>
      </a:accent5>
      <a:accent6>
        <a:srgbClr val="62A39F"/>
      </a:accent6>
      <a:hlink>
        <a:srgbClr val="6EAC1C"/>
      </a:hlink>
      <a:folHlink>
        <a:srgbClr val="B26B0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1153</Words>
  <Application>Microsoft Office PowerPoint</Application>
  <PresentationFormat>Widescreen</PresentationFormat>
  <Paragraphs>68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16</vt:i4>
      </vt:variant>
    </vt:vector>
  </HeadingPairs>
  <TitlesOfParts>
    <vt:vector size="21" baseType="lpstr">
      <vt:lpstr>Arial</vt:lpstr>
      <vt:lpstr>Calibri</vt:lpstr>
      <vt:lpstr>Wingdings</vt:lpstr>
      <vt:lpstr>Retrospect</vt:lpstr>
      <vt:lpstr>Retrospect</vt:lpstr>
      <vt:lpstr>Optimising Tritium Production in Fusion Breeder Blankets</vt:lpstr>
      <vt:lpstr>Introduction to Fusion</vt:lpstr>
      <vt:lpstr>Breeder Blankets</vt:lpstr>
      <vt:lpstr>OpenMC and Simulation</vt:lpstr>
      <vt:lpstr>Liquid and Solid Breeder Materials</vt:lpstr>
      <vt:lpstr>Lithium-6 Enrichment</vt:lpstr>
      <vt:lpstr>Lithium-Lead Multiplier Ratio</vt:lpstr>
      <vt:lpstr>Breeder Blanket Thickness</vt:lpstr>
      <vt:lpstr>First Wall Thickness</vt:lpstr>
      <vt:lpstr>Triangularity</vt:lpstr>
      <vt:lpstr>Coolant Materials</vt:lpstr>
      <vt:lpstr>Limitations &amp; Next Steps</vt:lpstr>
      <vt:lpstr>Backup Slides</vt:lpstr>
      <vt:lpstr>Heterogenous Structure Problems</vt:lpstr>
      <vt:lpstr>Heterogenous Structure Problems</vt:lpstr>
      <vt:lpstr>Plasma Body Source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Rhodri Peters</dc:creator>
  <cp:lastModifiedBy>Vadan Khan</cp:lastModifiedBy>
  <cp:revision>1</cp:revision>
  <dcterms:created xsi:type="dcterms:W3CDTF">2025-11-28T08:25:24Z</dcterms:created>
  <dcterms:modified xsi:type="dcterms:W3CDTF">2026-01-11T15:55:28Z</dcterms:modified>
</cp:coreProperties>
</file>