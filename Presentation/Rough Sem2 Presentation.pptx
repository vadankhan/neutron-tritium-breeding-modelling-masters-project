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2" r:id="rId1"/>
  </p:sldMasterIdLst>
  <p:sldIdLst>
    <p:sldId id="256" r:id="rId2"/>
    <p:sldId id="257" r:id="rId3"/>
    <p:sldId id="258" r:id="rId4"/>
    <p:sldId id="260" r:id="rId5"/>
    <p:sldId id="264" r:id="rId6"/>
    <p:sldId id="261" r:id="rId7"/>
    <p:sldId id="262" r:id="rId8"/>
    <p:sldId id="270" r:id="rId9"/>
    <p:sldId id="276" r:id="rId10"/>
    <p:sldId id="259" r:id="rId11"/>
    <p:sldId id="277" r:id="rId12"/>
    <p:sldId id="265" r:id="rId13"/>
    <p:sldId id="266" r:id="rId14"/>
    <p:sldId id="267" r:id="rId15"/>
    <p:sldId id="268" r:id="rId16"/>
    <p:sldId id="263" r:id="rId17"/>
    <p:sldId id="273" r:id="rId18"/>
    <p:sldId id="272" r:id="rId19"/>
    <p:sldId id="274" r:id="rId20"/>
    <p:sldId id="275" r:id="rId21"/>
    <p:sldId id="271" r:id="rId2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9751CB"/>
    <a:srgbClr val="BF95D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3BF82E3-C7A7-4218-A676-F940C18920AC}" v="131" dt="2026-05-07T10:59:53.51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317"/>
    <p:restoredTop sz="94649"/>
  </p:normalViewPr>
  <p:slideViewPr>
    <p:cSldViewPr snapToGrid="0">
      <p:cViewPr varScale="1">
        <p:scale>
          <a:sx n="83" d="100"/>
          <a:sy n="83" d="100"/>
        </p:scale>
        <p:origin x="249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28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hodri Peters" userId="9be91b06a21c2610" providerId="LiveId" clId="{4E7321AD-6009-5851-BEA7-B24376F24670}"/>
    <pc:docChg chg="undo custSel addSld modSld sldOrd">
      <pc:chgData name="Rhodri Peters" userId="9be91b06a21c2610" providerId="LiveId" clId="{4E7321AD-6009-5851-BEA7-B24376F24670}" dt="2026-05-04T15:10:13.389" v="1692"/>
      <pc:docMkLst>
        <pc:docMk/>
      </pc:docMkLst>
      <pc:sldChg chg="modSp">
        <pc:chgData name="Rhodri Peters" userId="9be91b06a21c2610" providerId="LiveId" clId="{4E7321AD-6009-5851-BEA7-B24376F24670}" dt="2026-05-04T15:10:13.389" v="1692"/>
        <pc:sldMkLst>
          <pc:docMk/>
          <pc:sldMk cId="4001409864" sldId="256"/>
        </pc:sldMkLst>
        <pc:spChg chg="mod">
          <ac:chgData name="Rhodri Peters" userId="9be91b06a21c2610" providerId="LiveId" clId="{4E7321AD-6009-5851-BEA7-B24376F24670}" dt="2026-05-04T15:10:13.389" v="1692"/>
          <ac:spMkLst>
            <pc:docMk/>
            <pc:sldMk cId="4001409864" sldId="256"/>
            <ac:spMk id="2" creationId="{3C19040A-0AE3-9684-69DF-37436E26F2D1}"/>
          </ac:spMkLst>
        </pc:spChg>
        <pc:spChg chg="mod">
          <ac:chgData name="Rhodri Peters" userId="9be91b06a21c2610" providerId="LiveId" clId="{4E7321AD-6009-5851-BEA7-B24376F24670}" dt="2026-05-04T15:10:13.389" v="1692"/>
          <ac:spMkLst>
            <pc:docMk/>
            <pc:sldMk cId="4001409864" sldId="256"/>
            <ac:spMk id="3" creationId="{2B81A60E-4A87-D88E-8F0D-2AFC700BC2D7}"/>
          </ac:spMkLst>
        </pc:spChg>
      </pc:sldChg>
      <pc:sldChg chg="modSp mod">
        <pc:chgData name="Rhodri Peters" userId="9be91b06a21c2610" providerId="LiveId" clId="{4E7321AD-6009-5851-BEA7-B24376F24670}" dt="2026-05-04T15:10:13.389" v="1692"/>
        <pc:sldMkLst>
          <pc:docMk/>
          <pc:sldMk cId="1833121243" sldId="257"/>
        </pc:sldMkLst>
        <pc:spChg chg="mod">
          <ac:chgData name="Rhodri Peters" userId="9be91b06a21c2610" providerId="LiveId" clId="{4E7321AD-6009-5851-BEA7-B24376F24670}" dt="2026-05-04T15:10:13.389" v="1692"/>
          <ac:spMkLst>
            <pc:docMk/>
            <pc:sldMk cId="1833121243" sldId="257"/>
            <ac:spMk id="2" creationId="{5FD3C5EE-1074-04AC-0385-208C77E73FEC}"/>
          </ac:spMkLst>
        </pc:spChg>
        <pc:spChg chg="mod">
          <ac:chgData name="Rhodri Peters" userId="9be91b06a21c2610" providerId="LiveId" clId="{4E7321AD-6009-5851-BEA7-B24376F24670}" dt="2026-05-04T15:10:13.389" v="1692"/>
          <ac:spMkLst>
            <pc:docMk/>
            <pc:sldMk cId="1833121243" sldId="257"/>
            <ac:spMk id="3" creationId="{1AC85ADF-3BE8-E382-F4F8-DB7AFAF01D33}"/>
          </ac:spMkLst>
        </pc:spChg>
      </pc:sldChg>
      <pc:sldChg chg="addSp modSp mod modClrScheme chgLayout">
        <pc:chgData name="Rhodri Peters" userId="9be91b06a21c2610" providerId="LiveId" clId="{4E7321AD-6009-5851-BEA7-B24376F24670}" dt="2026-05-04T15:10:13.389" v="1692"/>
        <pc:sldMkLst>
          <pc:docMk/>
          <pc:sldMk cId="196481646" sldId="258"/>
        </pc:sldMkLst>
        <pc:spChg chg="mod ord">
          <ac:chgData name="Rhodri Peters" userId="9be91b06a21c2610" providerId="LiveId" clId="{4E7321AD-6009-5851-BEA7-B24376F24670}" dt="2026-05-04T15:10:13.389" v="1692"/>
          <ac:spMkLst>
            <pc:docMk/>
            <pc:sldMk cId="196481646" sldId="258"/>
            <ac:spMk id="2" creationId="{48208ECE-4020-AE95-8FBF-72F6BE53DF89}"/>
          </ac:spMkLst>
        </pc:spChg>
        <pc:spChg chg="add mod ord">
          <ac:chgData name="Rhodri Peters" userId="9be91b06a21c2610" providerId="LiveId" clId="{4E7321AD-6009-5851-BEA7-B24376F24670}" dt="2026-05-04T14:34:33.710" v="1682" actId="14100"/>
          <ac:spMkLst>
            <pc:docMk/>
            <pc:sldMk cId="196481646" sldId="258"/>
            <ac:spMk id="3" creationId="{9B64DCBF-4FE0-312C-F4CB-D3150C5C4550}"/>
          </ac:spMkLst>
        </pc:spChg>
        <pc:picChg chg="mod ord">
          <ac:chgData name="Rhodri Peters" userId="9be91b06a21c2610" providerId="LiveId" clId="{4E7321AD-6009-5851-BEA7-B24376F24670}" dt="2026-05-04T14:34:37.344" v="1683" actId="1076"/>
          <ac:picMkLst>
            <pc:docMk/>
            <pc:sldMk cId="196481646" sldId="258"/>
            <ac:picMk id="5" creationId="{19FE7C77-D91E-9ECE-8D47-6259468BC5E1}"/>
          </ac:picMkLst>
        </pc:picChg>
      </pc:sldChg>
      <pc:sldChg chg="addSp modSp mod">
        <pc:chgData name="Rhodri Peters" userId="9be91b06a21c2610" providerId="LiveId" clId="{4E7321AD-6009-5851-BEA7-B24376F24670}" dt="2026-05-04T15:10:13.389" v="1692"/>
        <pc:sldMkLst>
          <pc:docMk/>
          <pc:sldMk cId="1276263005" sldId="259"/>
        </pc:sldMkLst>
        <pc:spChg chg="mod">
          <ac:chgData name="Rhodri Peters" userId="9be91b06a21c2610" providerId="LiveId" clId="{4E7321AD-6009-5851-BEA7-B24376F24670}" dt="2026-05-04T15:10:13.389" v="1692"/>
          <ac:spMkLst>
            <pc:docMk/>
            <pc:sldMk cId="1276263005" sldId="259"/>
            <ac:spMk id="2" creationId="{8C709201-97D9-91FB-0B47-C657A61B7ADD}"/>
          </ac:spMkLst>
        </pc:spChg>
        <pc:picChg chg="mod">
          <ac:chgData name="Rhodri Peters" userId="9be91b06a21c2610" providerId="LiveId" clId="{4E7321AD-6009-5851-BEA7-B24376F24670}" dt="2026-05-04T08:59:20.829" v="1150" actId="14100"/>
          <ac:picMkLst>
            <pc:docMk/>
            <pc:sldMk cId="1276263005" sldId="259"/>
            <ac:picMk id="5" creationId="{4B9C1574-71FB-E1A8-6475-688F3D2F48F5}"/>
          </ac:picMkLst>
        </pc:picChg>
        <pc:picChg chg="mod">
          <ac:chgData name="Rhodri Peters" userId="9be91b06a21c2610" providerId="LiveId" clId="{4E7321AD-6009-5851-BEA7-B24376F24670}" dt="2026-05-04T08:59:28.658" v="1168" actId="1076"/>
          <ac:picMkLst>
            <pc:docMk/>
            <pc:sldMk cId="1276263005" sldId="259"/>
            <ac:picMk id="7" creationId="{29A67E75-3B69-8BD7-AD39-31DC14C592FE}"/>
          </ac:picMkLst>
        </pc:picChg>
      </pc:sldChg>
      <pc:sldChg chg="addSp delSp modSp mod modClrScheme chgLayout">
        <pc:chgData name="Rhodri Peters" userId="9be91b06a21c2610" providerId="LiveId" clId="{4E7321AD-6009-5851-BEA7-B24376F24670}" dt="2026-05-04T15:10:13.389" v="1692"/>
        <pc:sldMkLst>
          <pc:docMk/>
          <pc:sldMk cId="2525847390" sldId="260"/>
        </pc:sldMkLst>
        <pc:spChg chg="mod ord">
          <ac:chgData name="Rhodri Peters" userId="9be91b06a21c2610" providerId="LiveId" clId="{4E7321AD-6009-5851-BEA7-B24376F24670}" dt="2026-05-04T15:10:13.389" v="1692"/>
          <ac:spMkLst>
            <pc:docMk/>
            <pc:sldMk cId="2525847390" sldId="260"/>
            <ac:spMk id="2" creationId="{465DE6DD-2A2F-AFFB-40B6-1251DCB83991}"/>
          </ac:spMkLst>
        </pc:spChg>
        <pc:spChg chg="add mod ord">
          <ac:chgData name="Rhodri Peters" userId="9be91b06a21c2610" providerId="LiveId" clId="{4E7321AD-6009-5851-BEA7-B24376F24670}" dt="2026-05-04T15:10:13.389" v="1692"/>
          <ac:spMkLst>
            <pc:docMk/>
            <pc:sldMk cId="2525847390" sldId="260"/>
            <ac:spMk id="3" creationId="{AF1CFB8C-C4FE-0EC1-DD64-9368999F64F5}"/>
          </ac:spMkLst>
        </pc:spChg>
        <pc:picChg chg="mod ord">
          <ac:chgData name="Rhodri Peters" userId="9be91b06a21c2610" providerId="LiveId" clId="{4E7321AD-6009-5851-BEA7-B24376F24670}" dt="2026-05-04T08:47:13.853" v="1038" actId="12789"/>
          <ac:picMkLst>
            <pc:docMk/>
            <pc:sldMk cId="2525847390" sldId="260"/>
            <ac:picMk id="5" creationId="{E5D8584D-8E50-1412-C5B3-D1ADCC87DCFA}"/>
          </ac:picMkLst>
        </pc:picChg>
      </pc:sldChg>
      <pc:sldChg chg="modSp mod">
        <pc:chgData name="Rhodri Peters" userId="9be91b06a21c2610" providerId="LiveId" clId="{4E7321AD-6009-5851-BEA7-B24376F24670}" dt="2026-05-04T15:10:13.389" v="1692"/>
        <pc:sldMkLst>
          <pc:docMk/>
          <pc:sldMk cId="1155999617" sldId="261"/>
        </pc:sldMkLst>
        <pc:spChg chg="mod">
          <ac:chgData name="Rhodri Peters" userId="9be91b06a21c2610" providerId="LiveId" clId="{4E7321AD-6009-5851-BEA7-B24376F24670}" dt="2026-05-04T15:10:13.389" v="1692"/>
          <ac:spMkLst>
            <pc:docMk/>
            <pc:sldMk cId="1155999617" sldId="261"/>
            <ac:spMk id="2" creationId="{D9BDD0C0-8FFA-5C3F-D41F-4232C02E1484}"/>
          </ac:spMkLst>
        </pc:spChg>
        <pc:picChg chg="mod">
          <ac:chgData name="Rhodri Peters" userId="9be91b06a21c2610" providerId="LiveId" clId="{4E7321AD-6009-5851-BEA7-B24376F24670}" dt="2026-05-04T08:55:21.492" v="1056" actId="12789"/>
          <ac:picMkLst>
            <pc:docMk/>
            <pc:sldMk cId="1155999617" sldId="261"/>
            <ac:picMk id="5" creationId="{13A0C59B-68FE-1F36-BC19-656848DA872A}"/>
          </ac:picMkLst>
        </pc:picChg>
        <pc:picChg chg="mod">
          <ac:chgData name="Rhodri Peters" userId="9be91b06a21c2610" providerId="LiveId" clId="{4E7321AD-6009-5851-BEA7-B24376F24670}" dt="2026-05-04T08:56:46.513" v="1079" actId="12789"/>
          <ac:picMkLst>
            <pc:docMk/>
            <pc:sldMk cId="1155999617" sldId="261"/>
            <ac:picMk id="7" creationId="{074E5B64-74B4-6432-5B9F-952CD144A496}"/>
          </ac:picMkLst>
        </pc:picChg>
      </pc:sldChg>
      <pc:sldChg chg="modSp mod">
        <pc:chgData name="Rhodri Peters" userId="9be91b06a21c2610" providerId="LiveId" clId="{4E7321AD-6009-5851-BEA7-B24376F24670}" dt="2026-05-04T15:10:13.389" v="1692"/>
        <pc:sldMkLst>
          <pc:docMk/>
          <pc:sldMk cId="192340657" sldId="262"/>
        </pc:sldMkLst>
        <pc:spChg chg="mod">
          <ac:chgData name="Rhodri Peters" userId="9be91b06a21c2610" providerId="LiveId" clId="{4E7321AD-6009-5851-BEA7-B24376F24670}" dt="2026-05-04T15:10:13.389" v="1692"/>
          <ac:spMkLst>
            <pc:docMk/>
            <pc:sldMk cId="192340657" sldId="262"/>
            <ac:spMk id="2" creationId="{4521C194-39A0-207C-8F0D-74C171CBD59B}"/>
          </ac:spMkLst>
        </pc:spChg>
        <pc:picChg chg="mod">
          <ac:chgData name="Rhodri Peters" userId="9be91b06a21c2610" providerId="LiveId" clId="{4E7321AD-6009-5851-BEA7-B24376F24670}" dt="2026-05-04T08:56:29.106" v="1077" actId="1076"/>
          <ac:picMkLst>
            <pc:docMk/>
            <pc:sldMk cId="192340657" sldId="262"/>
            <ac:picMk id="7" creationId="{D8A45BBA-2CA2-14C2-0169-216CAEA5A289}"/>
          </ac:picMkLst>
        </pc:picChg>
        <pc:picChg chg="mod">
          <ac:chgData name="Rhodri Peters" userId="9be91b06a21c2610" providerId="LiveId" clId="{4E7321AD-6009-5851-BEA7-B24376F24670}" dt="2026-05-04T08:56:34.357" v="1078" actId="1076"/>
          <ac:picMkLst>
            <pc:docMk/>
            <pc:sldMk cId="192340657" sldId="262"/>
            <ac:picMk id="9" creationId="{B1B7EC7D-0714-69FC-47D4-7B92742D09B7}"/>
          </ac:picMkLst>
        </pc:picChg>
      </pc:sldChg>
      <pc:sldChg chg="modSp mod">
        <pc:chgData name="Rhodri Peters" userId="9be91b06a21c2610" providerId="LiveId" clId="{4E7321AD-6009-5851-BEA7-B24376F24670}" dt="2026-05-04T15:10:13.389" v="1692"/>
        <pc:sldMkLst>
          <pc:docMk/>
          <pc:sldMk cId="966446834" sldId="263"/>
        </pc:sldMkLst>
        <pc:spChg chg="mod">
          <ac:chgData name="Rhodri Peters" userId="9be91b06a21c2610" providerId="LiveId" clId="{4E7321AD-6009-5851-BEA7-B24376F24670}" dt="2026-05-04T15:10:13.389" v="1692"/>
          <ac:spMkLst>
            <pc:docMk/>
            <pc:sldMk cId="966446834" sldId="263"/>
            <ac:spMk id="2" creationId="{D2974A7E-2DCF-6602-5D4A-DB56983F0D53}"/>
          </ac:spMkLst>
        </pc:spChg>
      </pc:sldChg>
      <pc:sldChg chg="addSp modSp mod ord">
        <pc:chgData name="Rhodri Peters" userId="9be91b06a21c2610" providerId="LiveId" clId="{4E7321AD-6009-5851-BEA7-B24376F24670}" dt="2026-05-04T15:10:13.389" v="1692"/>
        <pc:sldMkLst>
          <pc:docMk/>
          <pc:sldMk cId="942716070" sldId="264"/>
        </pc:sldMkLst>
        <pc:spChg chg="mod">
          <ac:chgData name="Rhodri Peters" userId="9be91b06a21c2610" providerId="LiveId" clId="{4E7321AD-6009-5851-BEA7-B24376F24670}" dt="2026-05-04T15:10:13.389" v="1692"/>
          <ac:spMkLst>
            <pc:docMk/>
            <pc:sldMk cId="942716070" sldId="264"/>
            <ac:spMk id="2" creationId="{309300FD-777D-D3C6-425D-5E4F5998A069}"/>
          </ac:spMkLst>
        </pc:spChg>
        <pc:spChg chg="add mod">
          <ac:chgData name="Rhodri Peters" userId="9be91b06a21c2610" providerId="LiveId" clId="{4E7321AD-6009-5851-BEA7-B24376F24670}" dt="2026-05-04T08:43:01.046" v="749" actId="21"/>
          <ac:spMkLst>
            <pc:docMk/>
            <pc:sldMk cId="942716070" sldId="264"/>
            <ac:spMk id="3" creationId="{6CD6D1C0-B27A-5DB6-0E8A-6C0CBAD7858E}"/>
          </ac:spMkLst>
        </pc:spChg>
        <pc:spChg chg="add mod">
          <ac:chgData name="Rhodri Peters" userId="9be91b06a21c2610" providerId="LiveId" clId="{4E7321AD-6009-5851-BEA7-B24376F24670}" dt="2026-05-04T08:41:31.869" v="680" actId="1076"/>
          <ac:spMkLst>
            <pc:docMk/>
            <pc:sldMk cId="942716070" sldId="264"/>
            <ac:spMk id="4" creationId="{8C0EA1B7-BFD2-BA30-F90D-CCE415921797}"/>
          </ac:spMkLst>
        </pc:spChg>
        <pc:spChg chg="add mod">
          <ac:chgData name="Rhodri Peters" userId="9be91b06a21c2610" providerId="LiveId" clId="{4E7321AD-6009-5851-BEA7-B24376F24670}" dt="2026-05-04T08:41:43.120" v="692" actId="1076"/>
          <ac:spMkLst>
            <pc:docMk/>
            <pc:sldMk cId="942716070" sldId="264"/>
            <ac:spMk id="5" creationId="{9219B04A-809A-D803-DEE5-0B117D3557C8}"/>
          </ac:spMkLst>
        </pc:spChg>
        <pc:spChg chg="add mod">
          <ac:chgData name="Rhodri Peters" userId="9be91b06a21c2610" providerId="LiveId" clId="{4E7321AD-6009-5851-BEA7-B24376F24670}" dt="2026-05-04T08:41:53.019" v="696" actId="1076"/>
          <ac:spMkLst>
            <pc:docMk/>
            <pc:sldMk cId="942716070" sldId="264"/>
            <ac:spMk id="6" creationId="{463E474A-CEF7-0F71-CE80-F028B4DCC3AB}"/>
          </ac:spMkLst>
        </pc:spChg>
        <pc:spChg chg="add mod">
          <ac:chgData name="Rhodri Peters" userId="9be91b06a21c2610" providerId="LiveId" clId="{4E7321AD-6009-5851-BEA7-B24376F24670}" dt="2026-05-04T08:43:16.055" v="754" actId="403"/>
          <ac:spMkLst>
            <pc:docMk/>
            <pc:sldMk cId="942716070" sldId="264"/>
            <ac:spMk id="7" creationId="{3438289F-9047-5D14-31B7-53AB6C075C72}"/>
          </ac:spMkLst>
        </pc:spChg>
        <pc:picChg chg="mod">
          <ac:chgData name="Rhodri Peters" userId="9be91b06a21c2610" providerId="LiveId" clId="{4E7321AD-6009-5851-BEA7-B24376F24670}" dt="2026-05-04T08:38:03.185" v="513" actId="1076"/>
          <ac:picMkLst>
            <pc:docMk/>
            <pc:sldMk cId="942716070" sldId="264"/>
            <ac:picMk id="11" creationId="{4876DF6D-CED2-FBA5-9C60-32C9E221BD55}"/>
          </ac:picMkLst>
        </pc:picChg>
        <pc:picChg chg="mod">
          <ac:chgData name="Rhodri Peters" userId="9be91b06a21c2610" providerId="LiveId" clId="{4E7321AD-6009-5851-BEA7-B24376F24670}" dt="2026-05-04T08:38:20.732" v="516" actId="1076"/>
          <ac:picMkLst>
            <pc:docMk/>
            <pc:sldMk cId="942716070" sldId="264"/>
            <ac:picMk id="13" creationId="{055F85C3-F107-05F0-304C-61875C36B7ED}"/>
          </ac:picMkLst>
        </pc:picChg>
        <pc:picChg chg="mod">
          <ac:chgData name="Rhodri Peters" userId="9be91b06a21c2610" providerId="LiveId" clId="{4E7321AD-6009-5851-BEA7-B24376F24670}" dt="2026-05-04T08:38:57.169" v="528" actId="1076"/>
          <ac:picMkLst>
            <pc:docMk/>
            <pc:sldMk cId="942716070" sldId="264"/>
            <ac:picMk id="15" creationId="{41B9C40D-F2EF-DFD9-003C-B280A7B9E50B}"/>
          </ac:picMkLst>
        </pc:picChg>
      </pc:sldChg>
      <pc:sldChg chg="addSp delSp modSp mod modClrScheme chgLayout">
        <pc:chgData name="Rhodri Peters" userId="9be91b06a21c2610" providerId="LiveId" clId="{4E7321AD-6009-5851-BEA7-B24376F24670}" dt="2026-05-04T15:10:13.389" v="1692"/>
        <pc:sldMkLst>
          <pc:docMk/>
          <pc:sldMk cId="3005192395" sldId="265"/>
        </pc:sldMkLst>
        <pc:spChg chg="mod ord">
          <ac:chgData name="Rhodri Peters" userId="9be91b06a21c2610" providerId="LiveId" clId="{4E7321AD-6009-5851-BEA7-B24376F24670}" dt="2026-05-04T15:10:13.389" v="1692"/>
          <ac:spMkLst>
            <pc:docMk/>
            <pc:sldMk cId="3005192395" sldId="265"/>
            <ac:spMk id="2" creationId="{3E30B248-F61A-9592-D3B9-3A0C452B1000}"/>
          </ac:spMkLst>
        </pc:spChg>
        <pc:picChg chg="mod ord">
          <ac:chgData name="Rhodri Peters" userId="9be91b06a21c2610" providerId="LiveId" clId="{4E7321AD-6009-5851-BEA7-B24376F24670}" dt="2026-05-04T14:41:06.364" v="1689" actId="1076"/>
          <ac:picMkLst>
            <pc:docMk/>
            <pc:sldMk cId="3005192395" sldId="265"/>
            <ac:picMk id="5" creationId="{2C73FECB-C572-51C7-53BC-1ED3ED53BBFB}"/>
          </ac:picMkLst>
        </pc:picChg>
      </pc:sldChg>
      <pc:sldChg chg="addSp modSp mod">
        <pc:chgData name="Rhodri Peters" userId="9be91b06a21c2610" providerId="LiveId" clId="{4E7321AD-6009-5851-BEA7-B24376F24670}" dt="2026-05-04T15:10:13.389" v="1692"/>
        <pc:sldMkLst>
          <pc:docMk/>
          <pc:sldMk cId="3276399434" sldId="266"/>
        </pc:sldMkLst>
        <pc:spChg chg="mod">
          <ac:chgData name="Rhodri Peters" userId="9be91b06a21c2610" providerId="LiveId" clId="{4E7321AD-6009-5851-BEA7-B24376F24670}" dt="2026-05-04T15:10:13.389" v="1692"/>
          <ac:spMkLst>
            <pc:docMk/>
            <pc:sldMk cId="3276399434" sldId="266"/>
            <ac:spMk id="2" creationId="{A6CEDF99-FF35-3D56-4C78-E612487F899A}"/>
          </ac:spMkLst>
        </pc:spChg>
        <pc:spChg chg="add mod">
          <ac:chgData name="Rhodri Peters" userId="9be91b06a21c2610" providerId="LiveId" clId="{4E7321AD-6009-5851-BEA7-B24376F24670}" dt="2026-05-04T09:05:11.603" v="1678" actId="20577"/>
          <ac:spMkLst>
            <pc:docMk/>
            <pc:sldMk cId="3276399434" sldId="266"/>
            <ac:spMk id="3" creationId="{2051487C-F47F-DE39-8C03-7A22AE24D139}"/>
          </ac:spMkLst>
        </pc:spChg>
        <pc:picChg chg="mod">
          <ac:chgData name="Rhodri Peters" userId="9be91b06a21c2610" providerId="LiveId" clId="{4E7321AD-6009-5851-BEA7-B24376F24670}" dt="2026-05-04T09:02:52.535" v="1470" actId="1076"/>
          <ac:picMkLst>
            <pc:docMk/>
            <pc:sldMk cId="3276399434" sldId="266"/>
            <ac:picMk id="13" creationId="{659B1177-8152-074A-CEF9-77FE1E2FFFB4}"/>
          </ac:picMkLst>
        </pc:picChg>
        <pc:picChg chg="mod">
          <ac:chgData name="Rhodri Peters" userId="9be91b06a21c2610" providerId="LiveId" clId="{4E7321AD-6009-5851-BEA7-B24376F24670}" dt="2026-05-04T09:03:14.493" v="1474" actId="1076"/>
          <ac:picMkLst>
            <pc:docMk/>
            <pc:sldMk cId="3276399434" sldId="266"/>
            <ac:picMk id="15" creationId="{45A131BE-0662-4771-63B1-B4A36CA6DBEB}"/>
          </ac:picMkLst>
        </pc:picChg>
        <pc:picChg chg="mod">
          <ac:chgData name="Rhodri Peters" userId="9be91b06a21c2610" providerId="LiveId" clId="{4E7321AD-6009-5851-BEA7-B24376F24670}" dt="2026-05-04T09:03:21.793" v="1475" actId="1076"/>
          <ac:picMkLst>
            <pc:docMk/>
            <pc:sldMk cId="3276399434" sldId="266"/>
            <ac:picMk id="17" creationId="{FD2FAFB9-FED7-2BA2-B26B-ACECAABE82E8}"/>
          </ac:picMkLst>
        </pc:picChg>
        <pc:picChg chg="mod">
          <ac:chgData name="Rhodri Peters" userId="9be91b06a21c2610" providerId="LiveId" clId="{4E7321AD-6009-5851-BEA7-B24376F24670}" dt="2026-05-04T09:03:00.525" v="1472" actId="1076"/>
          <ac:picMkLst>
            <pc:docMk/>
            <pc:sldMk cId="3276399434" sldId="266"/>
            <ac:picMk id="19" creationId="{458EAE07-C5C1-59FC-B31C-424209A9AA4F}"/>
          </ac:picMkLst>
        </pc:picChg>
      </pc:sldChg>
      <pc:sldChg chg="modSp new mod">
        <pc:chgData name="Rhodri Peters" userId="9be91b06a21c2610" providerId="LiveId" clId="{4E7321AD-6009-5851-BEA7-B24376F24670}" dt="2026-05-04T15:10:13.389" v="1692"/>
        <pc:sldMkLst>
          <pc:docMk/>
          <pc:sldMk cId="1678635267" sldId="267"/>
        </pc:sldMkLst>
        <pc:spChg chg="mod">
          <ac:chgData name="Rhodri Peters" userId="9be91b06a21c2610" providerId="LiveId" clId="{4E7321AD-6009-5851-BEA7-B24376F24670}" dt="2026-05-04T15:10:13.389" v="1692"/>
          <ac:spMkLst>
            <pc:docMk/>
            <pc:sldMk cId="1678635267" sldId="267"/>
            <ac:spMk id="2" creationId="{816D9F0F-758F-AE90-63C0-0B03EF3D41AA}"/>
          </ac:spMkLst>
        </pc:spChg>
        <pc:spChg chg="mod">
          <ac:chgData name="Rhodri Peters" userId="9be91b06a21c2610" providerId="LiveId" clId="{4E7321AD-6009-5851-BEA7-B24376F24670}" dt="2026-05-04T15:10:13.389" v="1692"/>
          <ac:spMkLst>
            <pc:docMk/>
            <pc:sldMk cId="1678635267" sldId="267"/>
            <ac:spMk id="3" creationId="{3BC48450-8691-1A4F-B166-6FC870DC27F2}"/>
          </ac:spMkLst>
        </pc:spChg>
      </pc:sldChg>
    </pc:docChg>
  </pc:docChgLst>
  <pc:docChgLst>
    <pc:chgData name="Vadan Khan" userId="a9b988e12a7c4ce8" providerId="LiveId" clId="{32E26D9D-EE9E-4F30-9D27-F3510F868D00}"/>
    <pc:docChg chg="undo custSel addSld delSld modSld sldOrd">
      <pc:chgData name="Vadan Khan" userId="a9b988e12a7c4ce8" providerId="LiveId" clId="{32E26D9D-EE9E-4F30-9D27-F3510F868D00}" dt="2026-05-07T11:02:33.217" v="8722" actId="1076"/>
      <pc:docMkLst>
        <pc:docMk/>
      </pc:docMkLst>
      <pc:sldChg chg="addSp modSp mod">
        <pc:chgData name="Vadan Khan" userId="a9b988e12a7c4ce8" providerId="LiveId" clId="{32E26D9D-EE9E-4F30-9D27-F3510F868D00}" dt="2026-05-07T10:20:18.809" v="4518" actId="20577"/>
        <pc:sldMkLst>
          <pc:docMk/>
          <pc:sldMk cId="4001409864" sldId="256"/>
        </pc:sldMkLst>
        <pc:spChg chg="mod">
          <ac:chgData name="Vadan Khan" userId="a9b988e12a7c4ce8" providerId="LiveId" clId="{32E26D9D-EE9E-4F30-9D27-F3510F868D00}" dt="2026-05-07T10:18:27.297" v="4417" actId="20577"/>
          <ac:spMkLst>
            <pc:docMk/>
            <pc:sldMk cId="4001409864" sldId="256"/>
            <ac:spMk id="2" creationId="{3C19040A-0AE3-9684-69DF-37436E26F2D1}"/>
          </ac:spMkLst>
        </pc:spChg>
        <pc:spChg chg="mod">
          <ac:chgData name="Vadan Khan" userId="a9b988e12a7c4ce8" providerId="LiveId" clId="{32E26D9D-EE9E-4F30-9D27-F3510F868D00}" dt="2026-05-07T10:19:45.352" v="4495" actId="1076"/>
          <ac:spMkLst>
            <pc:docMk/>
            <pc:sldMk cId="4001409864" sldId="256"/>
            <ac:spMk id="3" creationId="{2B81A60E-4A87-D88E-8F0D-2AFC700BC2D7}"/>
          </ac:spMkLst>
        </pc:spChg>
        <pc:spChg chg="add mod">
          <ac:chgData name="Vadan Khan" userId="a9b988e12a7c4ce8" providerId="LiveId" clId="{32E26D9D-EE9E-4F30-9D27-F3510F868D00}" dt="2026-05-07T10:20:18.809" v="4518" actId="20577"/>
          <ac:spMkLst>
            <pc:docMk/>
            <pc:sldMk cId="4001409864" sldId="256"/>
            <ac:spMk id="4" creationId="{A19FAFFE-2331-81EF-F0EB-9FF83C75F0F2}"/>
          </ac:spMkLst>
        </pc:spChg>
      </pc:sldChg>
      <pc:sldChg chg="modSp mod">
        <pc:chgData name="Vadan Khan" userId="a9b988e12a7c4ce8" providerId="LiveId" clId="{32E26D9D-EE9E-4F30-9D27-F3510F868D00}" dt="2026-05-07T10:38:31.442" v="5984" actId="948"/>
        <pc:sldMkLst>
          <pc:docMk/>
          <pc:sldMk cId="1833121243" sldId="257"/>
        </pc:sldMkLst>
        <pc:spChg chg="mod">
          <ac:chgData name="Vadan Khan" userId="a9b988e12a7c4ce8" providerId="LiveId" clId="{32E26D9D-EE9E-4F30-9D27-F3510F868D00}" dt="2026-05-07T10:35:48.865" v="5970" actId="20577"/>
          <ac:spMkLst>
            <pc:docMk/>
            <pc:sldMk cId="1833121243" sldId="257"/>
            <ac:spMk id="2" creationId="{5FD3C5EE-1074-04AC-0385-208C77E73FEC}"/>
          </ac:spMkLst>
        </pc:spChg>
        <pc:spChg chg="mod">
          <ac:chgData name="Vadan Khan" userId="a9b988e12a7c4ce8" providerId="LiveId" clId="{32E26D9D-EE9E-4F30-9D27-F3510F868D00}" dt="2026-05-07T10:38:31.442" v="5984" actId="948"/>
          <ac:spMkLst>
            <pc:docMk/>
            <pc:sldMk cId="1833121243" sldId="257"/>
            <ac:spMk id="3" creationId="{1AC85ADF-3BE8-E382-F4F8-DB7AFAF01D33}"/>
          </ac:spMkLst>
        </pc:spChg>
      </pc:sldChg>
      <pc:sldChg chg="modSp mod">
        <pc:chgData name="Vadan Khan" userId="a9b988e12a7c4ce8" providerId="LiveId" clId="{32E26D9D-EE9E-4F30-9D27-F3510F868D00}" dt="2026-05-07T10:59:14.751" v="8193" actId="1076"/>
        <pc:sldMkLst>
          <pc:docMk/>
          <pc:sldMk cId="196481646" sldId="258"/>
        </pc:sldMkLst>
        <pc:spChg chg="mod">
          <ac:chgData name="Vadan Khan" userId="a9b988e12a7c4ce8" providerId="LiveId" clId="{32E26D9D-EE9E-4F30-9D27-F3510F868D00}" dt="2026-05-07T10:59:06.984" v="8187" actId="1076"/>
          <ac:spMkLst>
            <pc:docMk/>
            <pc:sldMk cId="196481646" sldId="258"/>
            <ac:spMk id="2" creationId="{48208ECE-4020-AE95-8FBF-72F6BE53DF89}"/>
          </ac:spMkLst>
        </pc:spChg>
        <pc:spChg chg="mod">
          <ac:chgData name="Vadan Khan" userId="a9b988e12a7c4ce8" providerId="LiveId" clId="{32E26D9D-EE9E-4F30-9D27-F3510F868D00}" dt="2026-05-07T10:59:12.925" v="8192" actId="14100"/>
          <ac:spMkLst>
            <pc:docMk/>
            <pc:sldMk cId="196481646" sldId="258"/>
            <ac:spMk id="3" creationId="{9B64DCBF-4FE0-312C-F4CB-D3150C5C4550}"/>
          </ac:spMkLst>
        </pc:spChg>
        <pc:picChg chg="mod">
          <ac:chgData name="Vadan Khan" userId="a9b988e12a7c4ce8" providerId="LiveId" clId="{32E26D9D-EE9E-4F30-9D27-F3510F868D00}" dt="2026-05-07T10:59:14.751" v="8193" actId="1076"/>
          <ac:picMkLst>
            <pc:docMk/>
            <pc:sldMk cId="196481646" sldId="258"/>
            <ac:picMk id="5" creationId="{19FE7C77-D91E-9ECE-8D47-6259468BC5E1}"/>
          </ac:picMkLst>
        </pc:picChg>
      </pc:sldChg>
      <pc:sldChg chg="addSp delSp modSp mod">
        <pc:chgData name="Vadan Khan" userId="a9b988e12a7c4ce8" providerId="LiveId" clId="{32E26D9D-EE9E-4F30-9D27-F3510F868D00}" dt="2026-05-07T10:17:34.487" v="4387" actId="790"/>
        <pc:sldMkLst>
          <pc:docMk/>
          <pc:sldMk cId="1276263005" sldId="259"/>
        </pc:sldMkLst>
        <pc:spChg chg="mod">
          <ac:chgData name="Vadan Khan" userId="a9b988e12a7c4ce8" providerId="LiveId" clId="{32E26D9D-EE9E-4F30-9D27-F3510F868D00}" dt="2026-05-07T10:17:34.487" v="4387" actId="790"/>
          <ac:spMkLst>
            <pc:docMk/>
            <pc:sldMk cId="1276263005" sldId="259"/>
            <ac:spMk id="2" creationId="{8C709201-97D9-91FB-0B47-C657A61B7ADD}"/>
          </ac:spMkLst>
        </pc:spChg>
        <pc:spChg chg="del mod">
          <ac:chgData name="Vadan Khan" userId="a9b988e12a7c4ce8" providerId="LiveId" clId="{32E26D9D-EE9E-4F30-9D27-F3510F868D00}" dt="2026-05-07T09:19:00.295" v="702" actId="478"/>
          <ac:spMkLst>
            <pc:docMk/>
            <pc:sldMk cId="1276263005" sldId="259"/>
            <ac:spMk id="3" creationId="{2217425E-783E-6E55-F7F8-A14C72ED8D1F}"/>
          </ac:spMkLst>
        </pc:spChg>
        <pc:spChg chg="add mod">
          <ac:chgData name="Vadan Khan" userId="a9b988e12a7c4ce8" providerId="LiveId" clId="{32E26D9D-EE9E-4F30-9D27-F3510F868D00}" dt="2026-05-07T10:17:34.487" v="4387" actId="790"/>
          <ac:spMkLst>
            <pc:docMk/>
            <pc:sldMk cId="1276263005" sldId="259"/>
            <ac:spMk id="4" creationId="{22023165-4D4A-378B-149A-9F25B55DDDD0}"/>
          </ac:spMkLst>
        </pc:spChg>
        <pc:spChg chg="add mod">
          <ac:chgData name="Vadan Khan" userId="a9b988e12a7c4ce8" providerId="LiveId" clId="{32E26D9D-EE9E-4F30-9D27-F3510F868D00}" dt="2026-05-07T10:17:34.487" v="4387" actId="790"/>
          <ac:spMkLst>
            <pc:docMk/>
            <pc:sldMk cId="1276263005" sldId="259"/>
            <ac:spMk id="6" creationId="{172227BC-AE36-5BA6-1AA8-EF75353A1A92}"/>
          </ac:spMkLst>
        </pc:spChg>
        <pc:picChg chg="mod">
          <ac:chgData name="Vadan Khan" userId="a9b988e12a7c4ce8" providerId="LiveId" clId="{32E26D9D-EE9E-4F30-9D27-F3510F868D00}" dt="2026-05-07T09:18:48.208" v="697" actId="1076"/>
          <ac:picMkLst>
            <pc:docMk/>
            <pc:sldMk cId="1276263005" sldId="259"/>
            <ac:picMk id="5" creationId="{4B9C1574-71FB-E1A8-6475-688F3D2F48F5}"/>
          </ac:picMkLst>
        </pc:picChg>
        <pc:picChg chg="mod">
          <ac:chgData name="Vadan Khan" userId="a9b988e12a7c4ce8" providerId="LiveId" clId="{32E26D9D-EE9E-4F30-9D27-F3510F868D00}" dt="2026-05-07T10:00:42.017" v="2857" actId="1076"/>
          <ac:picMkLst>
            <pc:docMk/>
            <pc:sldMk cId="1276263005" sldId="259"/>
            <ac:picMk id="7" creationId="{29A67E75-3B69-8BD7-AD39-31DC14C592FE}"/>
          </ac:picMkLst>
        </pc:picChg>
        <pc:cxnChg chg="add del mod">
          <ac:chgData name="Vadan Khan" userId="a9b988e12a7c4ce8" providerId="LiveId" clId="{32E26D9D-EE9E-4F30-9D27-F3510F868D00}" dt="2026-05-07T10:03:55.380" v="3242" actId="478"/>
          <ac:cxnSpMkLst>
            <pc:docMk/>
            <pc:sldMk cId="1276263005" sldId="259"/>
            <ac:cxnSpMk id="9" creationId="{FA14039D-C542-992C-8586-A98F06C305F2}"/>
          </ac:cxnSpMkLst>
        </pc:cxnChg>
        <pc:cxnChg chg="add mod">
          <ac:chgData name="Vadan Khan" userId="a9b988e12a7c4ce8" providerId="LiveId" clId="{32E26D9D-EE9E-4F30-9D27-F3510F868D00}" dt="2026-05-07T10:04:06.614" v="3246" actId="14100"/>
          <ac:cxnSpMkLst>
            <pc:docMk/>
            <pc:sldMk cId="1276263005" sldId="259"/>
            <ac:cxnSpMk id="11" creationId="{02C706D1-3EEF-D324-1AA7-116271AB860D}"/>
          </ac:cxnSpMkLst>
        </pc:cxnChg>
        <pc:cxnChg chg="add del">
          <ac:chgData name="Vadan Khan" userId="a9b988e12a7c4ce8" providerId="LiveId" clId="{32E26D9D-EE9E-4F30-9D27-F3510F868D00}" dt="2026-05-07T10:03:53.455" v="3241" actId="478"/>
          <ac:cxnSpMkLst>
            <pc:docMk/>
            <pc:sldMk cId="1276263005" sldId="259"/>
            <ac:cxnSpMk id="13" creationId="{D72EC00E-6D00-4B85-7193-99F056907111}"/>
          </ac:cxnSpMkLst>
        </pc:cxnChg>
        <pc:cxnChg chg="add mod">
          <ac:chgData name="Vadan Khan" userId="a9b988e12a7c4ce8" providerId="LiveId" clId="{32E26D9D-EE9E-4F30-9D27-F3510F868D00}" dt="2026-05-07T10:04:42.677" v="3259" actId="1076"/>
          <ac:cxnSpMkLst>
            <pc:docMk/>
            <pc:sldMk cId="1276263005" sldId="259"/>
            <ac:cxnSpMk id="15" creationId="{4D136751-3B8D-1AFC-FC10-7134B6D32EDF}"/>
          </ac:cxnSpMkLst>
        </pc:cxnChg>
        <pc:cxnChg chg="add">
          <ac:chgData name="Vadan Khan" userId="a9b988e12a7c4ce8" providerId="LiveId" clId="{32E26D9D-EE9E-4F30-9D27-F3510F868D00}" dt="2026-05-07T10:05:14.163" v="3260" actId="11529"/>
          <ac:cxnSpMkLst>
            <pc:docMk/>
            <pc:sldMk cId="1276263005" sldId="259"/>
            <ac:cxnSpMk id="34" creationId="{28206874-9861-5A08-F1CB-4C80FD6788C9}"/>
          </ac:cxnSpMkLst>
        </pc:cxnChg>
        <pc:cxnChg chg="add mod">
          <ac:chgData name="Vadan Khan" userId="a9b988e12a7c4ce8" providerId="LiveId" clId="{32E26D9D-EE9E-4F30-9D27-F3510F868D00}" dt="2026-05-07T10:05:23.500" v="3264" actId="14100"/>
          <ac:cxnSpMkLst>
            <pc:docMk/>
            <pc:sldMk cId="1276263005" sldId="259"/>
            <ac:cxnSpMk id="35" creationId="{27DCF0DD-F4C4-C6F1-3623-53C5DCA2C2A2}"/>
          </ac:cxnSpMkLst>
        </pc:cxnChg>
        <pc:cxnChg chg="add del mod">
          <ac:chgData name="Vadan Khan" userId="a9b988e12a7c4ce8" providerId="LiveId" clId="{32E26D9D-EE9E-4F30-9D27-F3510F868D00}" dt="2026-05-07T10:05:45.416" v="3269" actId="478"/>
          <ac:cxnSpMkLst>
            <pc:docMk/>
            <pc:sldMk cId="1276263005" sldId="259"/>
            <ac:cxnSpMk id="39" creationId="{5DB88675-ACAE-5CF3-DEBE-6B48774C8EA3}"/>
          </ac:cxnSpMkLst>
        </pc:cxnChg>
      </pc:sldChg>
      <pc:sldChg chg="modSp mod">
        <pc:chgData name="Vadan Khan" userId="a9b988e12a7c4ce8" providerId="LiveId" clId="{32E26D9D-EE9E-4F30-9D27-F3510F868D00}" dt="2026-05-07T10:43:58.606" v="6399" actId="122"/>
        <pc:sldMkLst>
          <pc:docMk/>
          <pc:sldMk cId="2525847390" sldId="260"/>
        </pc:sldMkLst>
        <pc:spChg chg="mod">
          <ac:chgData name="Vadan Khan" userId="a9b988e12a7c4ce8" providerId="LiveId" clId="{32E26D9D-EE9E-4F30-9D27-F3510F868D00}" dt="2026-05-07T10:43:58.606" v="6399" actId="122"/>
          <ac:spMkLst>
            <pc:docMk/>
            <pc:sldMk cId="2525847390" sldId="260"/>
            <ac:spMk id="2" creationId="{465DE6DD-2A2F-AFFB-40B6-1251DCB83991}"/>
          </ac:spMkLst>
        </pc:spChg>
        <pc:spChg chg="mod">
          <ac:chgData name="Vadan Khan" userId="a9b988e12a7c4ce8" providerId="LiveId" clId="{32E26D9D-EE9E-4F30-9D27-F3510F868D00}" dt="2026-05-07T10:40:17.241" v="6130" actId="27636"/>
          <ac:spMkLst>
            <pc:docMk/>
            <pc:sldMk cId="2525847390" sldId="260"/>
            <ac:spMk id="3" creationId="{AF1CFB8C-C4FE-0EC1-DD64-9368999F64F5}"/>
          </ac:spMkLst>
        </pc:spChg>
      </pc:sldChg>
      <pc:sldChg chg="addSp modSp mod">
        <pc:chgData name="Vadan Khan" userId="a9b988e12a7c4ce8" providerId="LiveId" clId="{32E26D9D-EE9E-4F30-9D27-F3510F868D00}" dt="2026-05-07T10:44:36.238" v="6462" actId="1076"/>
        <pc:sldMkLst>
          <pc:docMk/>
          <pc:sldMk cId="1155999617" sldId="261"/>
        </pc:sldMkLst>
        <pc:spChg chg="mod">
          <ac:chgData name="Vadan Khan" userId="a9b988e12a7c4ce8" providerId="LiveId" clId="{32E26D9D-EE9E-4F30-9D27-F3510F868D00}" dt="2026-05-07T10:44:08.373" v="6401" actId="1076"/>
          <ac:spMkLst>
            <pc:docMk/>
            <pc:sldMk cId="1155999617" sldId="261"/>
            <ac:spMk id="2" creationId="{D9BDD0C0-8FFA-5C3F-D41F-4232C02E1484}"/>
          </ac:spMkLst>
        </pc:spChg>
        <pc:spChg chg="add mod">
          <ac:chgData name="Vadan Khan" userId="a9b988e12a7c4ce8" providerId="LiveId" clId="{32E26D9D-EE9E-4F30-9D27-F3510F868D00}" dt="2026-05-07T10:44:36.238" v="6462" actId="1076"/>
          <ac:spMkLst>
            <pc:docMk/>
            <pc:sldMk cId="1155999617" sldId="261"/>
            <ac:spMk id="4" creationId="{B0730EB6-04AD-F43C-5AFB-539227C55255}"/>
          </ac:spMkLst>
        </pc:spChg>
        <pc:spChg chg="add mod">
          <ac:chgData name="Vadan Khan" userId="a9b988e12a7c4ce8" providerId="LiveId" clId="{32E26D9D-EE9E-4F30-9D27-F3510F868D00}" dt="2026-05-07T10:42:15.089" v="6282"/>
          <ac:spMkLst>
            <pc:docMk/>
            <pc:sldMk cId="1155999617" sldId="261"/>
            <ac:spMk id="6" creationId="{D00E2CBD-F2E9-67A7-81B3-5FF20693E3F7}"/>
          </ac:spMkLst>
        </pc:spChg>
        <pc:picChg chg="mod">
          <ac:chgData name="Vadan Khan" userId="a9b988e12a7c4ce8" providerId="LiveId" clId="{32E26D9D-EE9E-4F30-9D27-F3510F868D00}" dt="2026-05-07T10:44:11.426" v="6402" actId="1076"/>
          <ac:picMkLst>
            <pc:docMk/>
            <pc:sldMk cId="1155999617" sldId="261"/>
            <ac:picMk id="5" creationId="{13A0C59B-68FE-1F36-BC19-656848DA872A}"/>
          </ac:picMkLst>
        </pc:picChg>
        <pc:picChg chg="mod">
          <ac:chgData name="Vadan Khan" userId="a9b988e12a7c4ce8" providerId="LiveId" clId="{32E26D9D-EE9E-4F30-9D27-F3510F868D00}" dt="2026-05-07T10:44:13.990" v="6403" actId="1076"/>
          <ac:picMkLst>
            <pc:docMk/>
            <pc:sldMk cId="1155999617" sldId="261"/>
            <ac:picMk id="7" creationId="{074E5B64-74B4-6432-5B9F-952CD144A496}"/>
          </ac:picMkLst>
        </pc:picChg>
      </pc:sldChg>
      <pc:sldChg chg="addSp delSp modSp mod">
        <pc:chgData name="Vadan Khan" userId="a9b988e12a7c4ce8" providerId="LiveId" clId="{32E26D9D-EE9E-4F30-9D27-F3510F868D00}" dt="2026-05-07T10:46:44.011" v="6582" actId="20577"/>
        <pc:sldMkLst>
          <pc:docMk/>
          <pc:sldMk cId="192340657" sldId="262"/>
        </pc:sldMkLst>
        <pc:spChg chg="mod">
          <ac:chgData name="Vadan Khan" userId="a9b988e12a7c4ce8" providerId="LiveId" clId="{32E26D9D-EE9E-4F30-9D27-F3510F868D00}" dt="2026-05-07T10:44:59.686" v="6463" actId="1076"/>
          <ac:spMkLst>
            <pc:docMk/>
            <pc:sldMk cId="192340657" sldId="262"/>
            <ac:spMk id="2" creationId="{4521C194-39A0-207C-8F0D-74C171CBD59B}"/>
          </ac:spMkLst>
        </pc:spChg>
        <pc:spChg chg="add del mod">
          <ac:chgData name="Vadan Khan" userId="a9b988e12a7c4ce8" providerId="LiveId" clId="{32E26D9D-EE9E-4F30-9D27-F3510F868D00}" dt="2026-05-07T10:45:08.842" v="6468" actId="478"/>
          <ac:spMkLst>
            <pc:docMk/>
            <pc:sldMk cId="192340657" sldId="262"/>
            <ac:spMk id="3" creationId="{88481059-8525-2C33-DBF9-8D5CE19CE1A7}"/>
          </ac:spMkLst>
        </pc:spChg>
        <pc:spChg chg="add mod">
          <ac:chgData name="Vadan Khan" userId="a9b988e12a7c4ce8" providerId="LiveId" clId="{32E26D9D-EE9E-4F30-9D27-F3510F868D00}" dt="2026-05-07T10:46:44.011" v="6582" actId="20577"/>
          <ac:spMkLst>
            <pc:docMk/>
            <pc:sldMk cId="192340657" sldId="262"/>
            <ac:spMk id="4" creationId="{B6A27E72-574F-E548-6B79-51A725B53A2B}"/>
          </ac:spMkLst>
        </pc:spChg>
        <pc:picChg chg="mod">
          <ac:chgData name="Vadan Khan" userId="a9b988e12a7c4ce8" providerId="LiveId" clId="{32E26D9D-EE9E-4F30-9D27-F3510F868D00}" dt="2026-05-07T10:44:59.686" v="6463" actId="1076"/>
          <ac:picMkLst>
            <pc:docMk/>
            <pc:sldMk cId="192340657" sldId="262"/>
            <ac:picMk id="7" creationId="{D8A45BBA-2CA2-14C2-0169-216CAEA5A289}"/>
          </ac:picMkLst>
        </pc:picChg>
        <pc:picChg chg="mod">
          <ac:chgData name="Vadan Khan" userId="a9b988e12a7c4ce8" providerId="LiveId" clId="{32E26D9D-EE9E-4F30-9D27-F3510F868D00}" dt="2026-05-07T10:44:59.686" v="6463" actId="1076"/>
          <ac:picMkLst>
            <pc:docMk/>
            <pc:sldMk cId="192340657" sldId="262"/>
            <ac:picMk id="9" creationId="{B1B7EC7D-0714-69FC-47D4-7B92742D09B7}"/>
          </ac:picMkLst>
        </pc:picChg>
      </pc:sldChg>
      <pc:sldChg chg="addSp delSp modSp mod ord">
        <pc:chgData name="Vadan Khan" userId="a9b988e12a7c4ce8" providerId="LiveId" clId="{32E26D9D-EE9E-4F30-9D27-F3510F868D00}" dt="2026-05-07T10:17:34.487" v="4387" actId="790"/>
        <pc:sldMkLst>
          <pc:docMk/>
          <pc:sldMk cId="966446834" sldId="263"/>
        </pc:sldMkLst>
        <pc:spChg chg="mod">
          <ac:chgData name="Vadan Khan" userId="a9b988e12a7c4ce8" providerId="LiveId" clId="{32E26D9D-EE9E-4F30-9D27-F3510F868D00}" dt="2026-05-07T10:17:34.487" v="4387" actId="790"/>
          <ac:spMkLst>
            <pc:docMk/>
            <pc:sldMk cId="966446834" sldId="263"/>
            <ac:spMk id="2" creationId="{D2974A7E-2DCF-6602-5D4A-DB56983F0D53}"/>
          </ac:spMkLst>
        </pc:spChg>
        <pc:spChg chg="add del mod">
          <ac:chgData name="Vadan Khan" userId="a9b988e12a7c4ce8" providerId="LiveId" clId="{32E26D9D-EE9E-4F30-9D27-F3510F868D00}" dt="2026-05-07T09:03:47.190" v="30" actId="478"/>
          <ac:spMkLst>
            <pc:docMk/>
            <pc:sldMk cId="966446834" sldId="263"/>
            <ac:spMk id="4" creationId="{6D10A219-AE80-16DB-E13A-63B634D5F62C}"/>
          </ac:spMkLst>
        </pc:spChg>
        <pc:spChg chg="add del mod">
          <ac:chgData name="Vadan Khan" userId="a9b988e12a7c4ce8" providerId="LiveId" clId="{32E26D9D-EE9E-4F30-9D27-F3510F868D00}" dt="2026-05-07T09:03:47.190" v="30" actId="478"/>
          <ac:spMkLst>
            <pc:docMk/>
            <pc:sldMk cId="966446834" sldId="263"/>
            <ac:spMk id="6" creationId="{6AD45874-55C9-BD58-C1A8-E5B5DE2C566A}"/>
          </ac:spMkLst>
        </pc:spChg>
        <pc:spChg chg="add mod">
          <ac:chgData name="Vadan Khan" userId="a9b988e12a7c4ce8" providerId="LiveId" clId="{32E26D9D-EE9E-4F30-9D27-F3510F868D00}" dt="2026-05-07T10:17:34.487" v="4387" actId="790"/>
          <ac:spMkLst>
            <pc:docMk/>
            <pc:sldMk cId="966446834" sldId="263"/>
            <ac:spMk id="23" creationId="{2251E951-92C0-307D-54F1-80EEFF0E26DE}"/>
          </ac:spMkLst>
        </pc:spChg>
        <pc:grpChg chg="mod">
          <ac:chgData name="Vadan Khan" userId="a9b988e12a7c4ce8" providerId="LiveId" clId="{32E26D9D-EE9E-4F30-9D27-F3510F868D00}" dt="2026-05-07T09:04:38.518" v="85"/>
          <ac:grpSpMkLst>
            <pc:docMk/>
            <pc:sldMk cId="966446834" sldId="263"/>
            <ac:grpSpMk id="15" creationId="{0B38B69A-8FD3-C276-7C2B-3ED013FC1D4E}"/>
          </ac:grpSpMkLst>
        </pc:grpChg>
        <pc:picChg chg="del">
          <ac:chgData name="Vadan Khan" userId="a9b988e12a7c4ce8" providerId="LiveId" clId="{32E26D9D-EE9E-4F30-9D27-F3510F868D00}" dt="2026-05-07T09:03:40.862" v="29" actId="478"/>
          <ac:picMkLst>
            <pc:docMk/>
            <pc:sldMk cId="966446834" sldId="263"/>
            <ac:picMk id="7" creationId="{6B818B01-15EF-AF0D-6844-FD4BD48B9999}"/>
          </ac:picMkLst>
        </pc:picChg>
        <pc:picChg chg="del">
          <ac:chgData name="Vadan Khan" userId="a9b988e12a7c4ce8" providerId="LiveId" clId="{32E26D9D-EE9E-4F30-9D27-F3510F868D00}" dt="2026-05-07T09:03:40.862" v="29" actId="478"/>
          <ac:picMkLst>
            <pc:docMk/>
            <pc:sldMk cId="966446834" sldId="263"/>
            <ac:picMk id="9" creationId="{7F0C6E2C-F2E7-11D8-4C3F-4CAA1A341DB4}"/>
          </ac:picMkLst>
        </pc:picChg>
        <pc:picChg chg="add mod">
          <ac:chgData name="Vadan Khan" userId="a9b988e12a7c4ce8" providerId="LiveId" clId="{32E26D9D-EE9E-4F30-9D27-F3510F868D00}" dt="2026-05-07T09:04:08.744" v="46" actId="1076"/>
          <ac:picMkLst>
            <pc:docMk/>
            <pc:sldMk cId="966446834" sldId="263"/>
            <ac:picMk id="10" creationId="{278CDB1F-5EEC-C07E-2AFE-B011346CE028}"/>
          </ac:picMkLst>
        </pc:picChg>
        <pc:picChg chg="add mod">
          <ac:chgData name="Vadan Khan" userId="a9b988e12a7c4ce8" providerId="LiveId" clId="{32E26D9D-EE9E-4F30-9D27-F3510F868D00}" dt="2026-05-07T09:04:48.427" v="88" actId="1076"/>
          <ac:picMkLst>
            <pc:docMk/>
            <pc:sldMk cId="966446834" sldId="263"/>
            <ac:picMk id="12" creationId="{2BD325F2-63ED-39C3-BD72-3A662E18E8C4}"/>
          </ac:picMkLst>
        </pc:picChg>
        <pc:inkChg chg="add del mod">
          <ac:chgData name="Vadan Khan" userId="a9b988e12a7c4ce8" providerId="LiveId" clId="{32E26D9D-EE9E-4F30-9D27-F3510F868D00}" dt="2026-05-07T09:04:38.763" v="86" actId="9405"/>
          <ac:inkMkLst>
            <pc:docMk/>
            <pc:sldMk cId="966446834" sldId="263"/>
            <ac:inkMk id="13" creationId="{ED7A1C3F-1F1C-593F-BF53-49B4E0BE300B}"/>
          </ac:inkMkLst>
        </pc:inkChg>
        <pc:inkChg chg="add del mod">
          <ac:chgData name="Vadan Khan" userId="a9b988e12a7c4ce8" providerId="LiveId" clId="{32E26D9D-EE9E-4F30-9D27-F3510F868D00}" dt="2026-05-07T09:04:38.518" v="85"/>
          <ac:inkMkLst>
            <pc:docMk/>
            <pc:sldMk cId="966446834" sldId="263"/>
            <ac:inkMk id="14" creationId="{E765ED9A-5506-58D8-B1FF-40149452AF2C}"/>
          </ac:inkMkLst>
        </pc:inkChg>
        <pc:cxnChg chg="add mod">
          <ac:chgData name="Vadan Khan" userId="a9b988e12a7c4ce8" providerId="LiveId" clId="{32E26D9D-EE9E-4F30-9D27-F3510F868D00}" dt="2026-05-07T09:13:25.944" v="487" actId="1076"/>
          <ac:cxnSpMkLst>
            <pc:docMk/>
            <pc:sldMk cId="966446834" sldId="263"/>
            <ac:cxnSpMk id="17" creationId="{000B008E-A429-B2F6-8CE5-524859D36DC3}"/>
          </ac:cxnSpMkLst>
        </pc:cxnChg>
        <pc:cxnChg chg="add mod">
          <ac:chgData name="Vadan Khan" userId="a9b988e12a7c4ce8" providerId="LiveId" clId="{32E26D9D-EE9E-4F30-9D27-F3510F868D00}" dt="2026-05-07T09:06:35.816" v="209" actId="14100"/>
          <ac:cxnSpMkLst>
            <pc:docMk/>
            <pc:sldMk cId="966446834" sldId="263"/>
            <ac:cxnSpMk id="18" creationId="{697C3F13-4AFC-863D-FB6C-F2C519C5ADFA}"/>
          </ac:cxnSpMkLst>
        </pc:cxnChg>
        <pc:cxnChg chg="add mod">
          <ac:chgData name="Vadan Khan" userId="a9b988e12a7c4ce8" providerId="LiveId" clId="{32E26D9D-EE9E-4F30-9D27-F3510F868D00}" dt="2026-05-07T09:06:29.984" v="207" actId="14100"/>
          <ac:cxnSpMkLst>
            <pc:docMk/>
            <pc:sldMk cId="966446834" sldId="263"/>
            <ac:cxnSpMk id="24" creationId="{B259E688-651F-CBA8-993C-DA99665BE503}"/>
          </ac:cxnSpMkLst>
        </pc:cxnChg>
      </pc:sldChg>
      <pc:sldChg chg="modSp mod">
        <pc:chgData name="Vadan Khan" userId="a9b988e12a7c4ce8" providerId="LiveId" clId="{32E26D9D-EE9E-4F30-9D27-F3510F868D00}" dt="2026-05-07T10:43:56.314" v="6398" actId="122"/>
        <pc:sldMkLst>
          <pc:docMk/>
          <pc:sldMk cId="942716070" sldId="264"/>
        </pc:sldMkLst>
        <pc:spChg chg="mod">
          <ac:chgData name="Vadan Khan" userId="a9b988e12a7c4ce8" providerId="LiveId" clId="{32E26D9D-EE9E-4F30-9D27-F3510F868D00}" dt="2026-05-07T10:43:56.314" v="6398" actId="122"/>
          <ac:spMkLst>
            <pc:docMk/>
            <pc:sldMk cId="942716070" sldId="264"/>
            <ac:spMk id="2" creationId="{309300FD-777D-D3C6-425D-5E4F5998A069}"/>
          </ac:spMkLst>
        </pc:spChg>
        <pc:spChg chg="mod">
          <ac:chgData name="Vadan Khan" userId="a9b988e12a7c4ce8" providerId="LiveId" clId="{32E26D9D-EE9E-4F30-9D27-F3510F868D00}" dt="2026-05-07T10:36:41.046" v="5973" actId="948"/>
          <ac:spMkLst>
            <pc:docMk/>
            <pc:sldMk cId="942716070" sldId="264"/>
            <ac:spMk id="3" creationId="{6CD6D1C0-B27A-5DB6-0E8A-6C0CBAD7858E}"/>
          </ac:spMkLst>
        </pc:spChg>
        <pc:spChg chg="mod">
          <ac:chgData name="Vadan Khan" userId="a9b988e12a7c4ce8" providerId="LiveId" clId="{32E26D9D-EE9E-4F30-9D27-F3510F868D00}" dt="2026-05-07T10:17:34.487" v="4387" actId="790"/>
          <ac:spMkLst>
            <pc:docMk/>
            <pc:sldMk cId="942716070" sldId="264"/>
            <ac:spMk id="4" creationId="{8C0EA1B7-BFD2-BA30-F90D-CCE415921797}"/>
          </ac:spMkLst>
        </pc:spChg>
        <pc:spChg chg="mod">
          <ac:chgData name="Vadan Khan" userId="a9b988e12a7c4ce8" providerId="LiveId" clId="{32E26D9D-EE9E-4F30-9D27-F3510F868D00}" dt="2026-05-07T10:17:34.487" v="4387" actId="790"/>
          <ac:spMkLst>
            <pc:docMk/>
            <pc:sldMk cId="942716070" sldId="264"/>
            <ac:spMk id="5" creationId="{9219B04A-809A-D803-DEE5-0B117D3557C8}"/>
          </ac:spMkLst>
        </pc:spChg>
        <pc:spChg chg="mod">
          <ac:chgData name="Vadan Khan" userId="a9b988e12a7c4ce8" providerId="LiveId" clId="{32E26D9D-EE9E-4F30-9D27-F3510F868D00}" dt="2026-05-07T10:17:34.487" v="4387" actId="790"/>
          <ac:spMkLst>
            <pc:docMk/>
            <pc:sldMk cId="942716070" sldId="264"/>
            <ac:spMk id="6" creationId="{463E474A-CEF7-0F71-CE80-F028B4DCC3AB}"/>
          </ac:spMkLst>
        </pc:spChg>
        <pc:spChg chg="mod">
          <ac:chgData name="Vadan Khan" userId="a9b988e12a7c4ce8" providerId="LiveId" clId="{32E26D9D-EE9E-4F30-9D27-F3510F868D00}" dt="2026-05-07T10:17:34.487" v="4387" actId="790"/>
          <ac:spMkLst>
            <pc:docMk/>
            <pc:sldMk cId="942716070" sldId="264"/>
            <ac:spMk id="7" creationId="{3438289F-9047-5D14-31B7-53AB6C075C72}"/>
          </ac:spMkLst>
        </pc:spChg>
      </pc:sldChg>
      <pc:sldChg chg="addSp modSp mod">
        <pc:chgData name="Vadan Khan" userId="a9b988e12a7c4ce8" providerId="LiveId" clId="{32E26D9D-EE9E-4F30-9D27-F3510F868D00}" dt="2026-05-07T10:50:40.005" v="7123" actId="20577"/>
        <pc:sldMkLst>
          <pc:docMk/>
          <pc:sldMk cId="3005192395" sldId="265"/>
        </pc:sldMkLst>
        <pc:spChg chg="mod">
          <ac:chgData name="Vadan Khan" userId="a9b988e12a7c4ce8" providerId="LiveId" clId="{32E26D9D-EE9E-4F30-9D27-F3510F868D00}" dt="2026-05-07T10:50:31.713" v="7121" actId="20577"/>
          <ac:spMkLst>
            <pc:docMk/>
            <pc:sldMk cId="3005192395" sldId="265"/>
            <ac:spMk id="2" creationId="{3E30B248-F61A-9592-D3B9-3A0C452B1000}"/>
          </ac:spMkLst>
        </pc:spChg>
        <pc:spChg chg="add mod">
          <ac:chgData name="Vadan Khan" userId="a9b988e12a7c4ce8" providerId="LiveId" clId="{32E26D9D-EE9E-4F30-9D27-F3510F868D00}" dt="2026-05-07T10:50:40.005" v="7123" actId="20577"/>
          <ac:spMkLst>
            <pc:docMk/>
            <pc:sldMk cId="3005192395" sldId="265"/>
            <ac:spMk id="4" creationId="{6B9A4A13-3D51-4BD3-A512-8D1E19CB80BC}"/>
          </ac:spMkLst>
        </pc:spChg>
        <pc:picChg chg="mod">
          <ac:chgData name="Vadan Khan" userId="a9b988e12a7c4ce8" providerId="LiveId" clId="{32E26D9D-EE9E-4F30-9D27-F3510F868D00}" dt="2026-05-07T10:48:26.844" v="6783" actId="1076"/>
          <ac:picMkLst>
            <pc:docMk/>
            <pc:sldMk cId="3005192395" sldId="265"/>
            <ac:picMk id="5" creationId="{2C73FECB-C572-51C7-53BC-1ED3ED53BBFB}"/>
          </ac:picMkLst>
        </pc:picChg>
      </pc:sldChg>
      <pc:sldChg chg="modSp mod">
        <pc:chgData name="Vadan Khan" userId="a9b988e12a7c4ce8" providerId="LiveId" clId="{32E26D9D-EE9E-4F30-9D27-F3510F868D00}" dt="2026-05-07T11:02:33.217" v="8722" actId="1076"/>
        <pc:sldMkLst>
          <pc:docMk/>
          <pc:sldMk cId="3276399434" sldId="266"/>
        </pc:sldMkLst>
        <pc:spChg chg="mod">
          <ac:chgData name="Vadan Khan" userId="a9b988e12a7c4ce8" providerId="LiveId" clId="{32E26D9D-EE9E-4F30-9D27-F3510F868D00}" dt="2026-05-07T10:52:03.284" v="7245" actId="14100"/>
          <ac:spMkLst>
            <pc:docMk/>
            <pc:sldMk cId="3276399434" sldId="266"/>
            <ac:spMk id="2" creationId="{A6CEDF99-FF35-3D56-4C78-E612487F899A}"/>
          </ac:spMkLst>
        </pc:spChg>
        <pc:spChg chg="mod">
          <ac:chgData name="Vadan Khan" userId="a9b988e12a7c4ce8" providerId="LiveId" clId="{32E26D9D-EE9E-4F30-9D27-F3510F868D00}" dt="2026-05-07T11:02:33.217" v="8722" actId="1076"/>
          <ac:spMkLst>
            <pc:docMk/>
            <pc:sldMk cId="3276399434" sldId="266"/>
            <ac:spMk id="3" creationId="{2051487C-F47F-DE39-8C03-7A22AE24D139}"/>
          </ac:spMkLst>
        </pc:spChg>
        <pc:picChg chg="mod">
          <ac:chgData name="Vadan Khan" userId="a9b988e12a7c4ce8" providerId="LiveId" clId="{32E26D9D-EE9E-4F30-9D27-F3510F868D00}" dt="2026-05-07T09:19:29.459" v="715" actId="1076"/>
          <ac:picMkLst>
            <pc:docMk/>
            <pc:sldMk cId="3276399434" sldId="266"/>
            <ac:picMk id="13" creationId="{659B1177-8152-074A-CEF9-77FE1E2FFFB4}"/>
          </ac:picMkLst>
        </pc:picChg>
        <pc:picChg chg="mod">
          <ac:chgData name="Vadan Khan" userId="a9b988e12a7c4ce8" providerId="LiveId" clId="{32E26D9D-EE9E-4F30-9D27-F3510F868D00}" dt="2026-05-07T09:19:23.463" v="713" actId="1076"/>
          <ac:picMkLst>
            <pc:docMk/>
            <pc:sldMk cId="3276399434" sldId="266"/>
            <ac:picMk id="15" creationId="{45A131BE-0662-4771-63B1-B4A36CA6DBEB}"/>
          </ac:picMkLst>
        </pc:picChg>
        <pc:picChg chg="mod">
          <ac:chgData name="Vadan Khan" userId="a9b988e12a7c4ce8" providerId="LiveId" clId="{32E26D9D-EE9E-4F30-9D27-F3510F868D00}" dt="2026-05-07T09:19:24.439" v="714" actId="1076"/>
          <ac:picMkLst>
            <pc:docMk/>
            <pc:sldMk cId="3276399434" sldId="266"/>
            <ac:picMk id="17" creationId="{FD2FAFB9-FED7-2BA2-B26B-ACECAABE82E8}"/>
          </ac:picMkLst>
        </pc:picChg>
        <pc:picChg chg="mod">
          <ac:chgData name="Vadan Khan" userId="a9b988e12a7c4ce8" providerId="LiveId" clId="{32E26D9D-EE9E-4F30-9D27-F3510F868D00}" dt="2026-05-07T09:19:21.481" v="711" actId="1076"/>
          <ac:picMkLst>
            <pc:docMk/>
            <pc:sldMk cId="3276399434" sldId="266"/>
            <ac:picMk id="19" creationId="{458EAE07-C5C1-59FC-B31C-424209A9AA4F}"/>
          </ac:picMkLst>
        </pc:picChg>
      </pc:sldChg>
      <pc:sldChg chg="modSp mod">
        <pc:chgData name="Vadan Khan" userId="a9b988e12a7c4ce8" providerId="LiveId" clId="{32E26D9D-EE9E-4F30-9D27-F3510F868D00}" dt="2026-05-07T11:02:21.476" v="8720" actId="20577"/>
        <pc:sldMkLst>
          <pc:docMk/>
          <pc:sldMk cId="1678635267" sldId="267"/>
        </pc:sldMkLst>
        <pc:spChg chg="mod">
          <ac:chgData name="Vadan Khan" userId="a9b988e12a7c4ce8" providerId="LiveId" clId="{32E26D9D-EE9E-4F30-9D27-F3510F868D00}" dt="2026-05-07T11:00:25.661" v="8371" actId="14100"/>
          <ac:spMkLst>
            <pc:docMk/>
            <pc:sldMk cId="1678635267" sldId="267"/>
            <ac:spMk id="2" creationId="{816D9F0F-758F-AE90-63C0-0B03EF3D41AA}"/>
          </ac:spMkLst>
        </pc:spChg>
        <pc:spChg chg="mod">
          <ac:chgData name="Vadan Khan" userId="a9b988e12a7c4ce8" providerId="LiveId" clId="{32E26D9D-EE9E-4F30-9D27-F3510F868D00}" dt="2026-05-07T11:02:21.476" v="8720" actId="20577"/>
          <ac:spMkLst>
            <pc:docMk/>
            <pc:sldMk cId="1678635267" sldId="267"/>
            <ac:spMk id="3" creationId="{3BC48450-8691-1A4F-B166-6FC870DC27F2}"/>
          </ac:spMkLst>
        </pc:spChg>
      </pc:sldChg>
      <pc:sldChg chg="delSp modSp new mod">
        <pc:chgData name="Vadan Khan" userId="a9b988e12a7c4ce8" providerId="LiveId" clId="{32E26D9D-EE9E-4F30-9D27-F3510F868D00}" dt="2026-05-07T10:17:34.487" v="4387" actId="790"/>
        <pc:sldMkLst>
          <pc:docMk/>
          <pc:sldMk cId="2918861634" sldId="268"/>
        </pc:sldMkLst>
        <pc:spChg chg="mod">
          <ac:chgData name="Vadan Khan" userId="a9b988e12a7c4ce8" providerId="LiveId" clId="{32E26D9D-EE9E-4F30-9D27-F3510F868D00}" dt="2026-05-07T10:17:34.487" v="4387" actId="790"/>
          <ac:spMkLst>
            <pc:docMk/>
            <pc:sldMk cId="2918861634" sldId="268"/>
            <ac:spMk id="2" creationId="{A142C02E-68D4-8773-E332-C797A168C820}"/>
          </ac:spMkLst>
        </pc:spChg>
        <pc:spChg chg="del">
          <ac:chgData name="Vadan Khan" userId="a9b988e12a7c4ce8" providerId="LiveId" clId="{32E26D9D-EE9E-4F30-9D27-F3510F868D00}" dt="2026-05-07T08:57:16.378" v="21" actId="478"/>
          <ac:spMkLst>
            <pc:docMk/>
            <pc:sldMk cId="2918861634" sldId="268"/>
            <ac:spMk id="3" creationId="{00A75E74-A40C-E3EA-40E3-2D3AB426A465}"/>
          </ac:spMkLst>
        </pc:spChg>
      </pc:sldChg>
      <pc:sldChg chg="new del">
        <pc:chgData name="Vadan Khan" userId="a9b988e12a7c4ce8" providerId="LiveId" clId="{32E26D9D-EE9E-4F30-9D27-F3510F868D00}" dt="2026-05-07T09:02:27.780" v="28" actId="47"/>
        <pc:sldMkLst>
          <pc:docMk/>
          <pc:sldMk cId="3504925344" sldId="269"/>
        </pc:sldMkLst>
      </pc:sldChg>
      <pc:sldChg chg="addSp modSp add mod">
        <pc:chgData name="Vadan Khan" userId="a9b988e12a7c4ce8" providerId="LiveId" clId="{32E26D9D-EE9E-4F30-9D27-F3510F868D00}" dt="2026-05-07T10:47:53.927" v="6782" actId="20577"/>
        <pc:sldMkLst>
          <pc:docMk/>
          <pc:sldMk cId="296656852" sldId="270"/>
        </pc:sldMkLst>
        <pc:spChg chg="mod">
          <ac:chgData name="Vadan Khan" userId="a9b988e12a7c4ce8" providerId="LiveId" clId="{32E26D9D-EE9E-4F30-9D27-F3510F868D00}" dt="2026-05-07T10:46:52.903" v="6585" actId="1076"/>
          <ac:spMkLst>
            <pc:docMk/>
            <pc:sldMk cId="296656852" sldId="270"/>
            <ac:spMk id="2" creationId="{01C96292-DC22-EA16-A74A-612B8B4DA4D7}"/>
          </ac:spMkLst>
        </pc:spChg>
        <pc:spChg chg="add mod">
          <ac:chgData name="Vadan Khan" userId="a9b988e12a7c4ce8" providerId="LiveId" clId="{32E26D9D-EE9E-4F30-9D27-F3510F868D00}" dt="2026-05-07T10:47:53.927" v="6782" actId="20577"/>
          <ac:spMkLst>
            <pc:docMk/>
            <pc:sldMk cId="296656852" sldId="270"/>
            <ac:spMk id="3" creationId="{D1A80DC1-987D-BA97-C87F-AE066B28B93B}"/>
          </ac:spMkLst>
        </pc:spChg>
        <pc:picChg chg="mod">
          <ac:chgData name="Vadan Khan" userId="a9b988e12a7c4ce8" providerId="LiveId" clId="{32E26D9D-EE9E-4F30-9D27-F3510F868D00}" dt="2026-05-07T10:46:54.991" v="6586" actId="1076"/>
          <ac:picMkLst>
            <pc:docMk/>
            <pc:sldMk cId="296656852" sldId="270"/>
            <ac:picMk id="7" creationId="{E01EC858-7BE0-48BC-364B-FEA974113BEB}"/>
          </ac:picMkLst>
        </pc:picChg>
        <pc:picChg chg="mod">
          <ac:chgData name="Vadan Khan" userId="a9b988e12a7c4ce8" providerId="LiveId" clId="{32E26D9D-EE9E-4F30-9D27-F3510F868D00}" dt="2026-05-07T10:46:54.991" v="6586" actId="1076"/>
          <ac:picMkLst>
            <pc:docMk/>
            <pc:sldMk cId="296656852" sldId="270"/>
            <ac:picMk id="9" creationId="{99469859-1C87-FFA0-47AF-95FE31E68CD2}"/>
          </ac:picMkLst>
        </pc:picChg>
      </pc:sldChg>
      <pc:sldChg chg="addSp delSp modSp add mod">
        <pc:chgData name="Vadan Khan" userId="a9b988e12a7c4ce8" providerId="LiveId" clId="{32E26D9D-EE9E-4F30-9D27-F3510F868D00}" dt="2026-05-07T10:17:34.487" v="4387" actId="790"/>
        <pc:sldMkLst>
          <pc:docMk/>
          <pc:sldMk cId="2954115165" sldId="271"/>
        </pc:sldMkLst>
        <pc:spChg chg="mod">
          <ac:chgData name="Vadan Khan" userId="a9b988e12a7c4ce8" providerId="LiveId" clId="{32E26D9D-EE9E-4F30-9D27-F3510F868D00}" dt="2026-05-07T10:17:34.487" v="4387" actId="790"/>
          <ac:spMkLst>
            <pc:docMk/>
            <pc:sldMk cId="2954115165" sldId="271"/>
            <ac:spMk id="2" creationId="{AACEAD84-244B-0090-F113-752E81BD12D9}"/>
          </ac:spMkLst>
        </pc:spChg>
        <pc:spChg chg="del">
          <ac:chgData name="Vadan Khan" userId="a9b988e12a7c4ce8" providerId="LiveId" clId="{32E26D9D-EE9E-4F30-9D27-F3510F868D00}" dt="2026-05-07T09:08:21.546" v="247" actId="478"/>
          <ac:spMkLst>
            <pc:docMk/>
            <pc:sldMk cId="2954115165" sldId="271"/>
            <ac:spMk id="23" creationId="{C4C6DAD9-C604-4A13-D2E0-18A90B38ED3C}"/>
          </ac:spMkLst>
        </pc:spChg>
        <pc:picChg chg="add mod">
          <ac:chgData name="Vadan Khan" userId="a9b988e12a7c4ce8" providerId="LiveId" clId="{32E26D9D-EE9E-4F30-9D27-F3510F868D00}" dt="2026-05-07T09:08:44.683" v="270" actId="1076"/>
          <ac:picMkLst>
            <pc:docMk/>
            <pc:sldMk cId="2954115165" sldId="271"/>
            <ac:picMk id="4" creationId="{2D8D3FE9-4881-BA8C-4B21-28E8C8AE7C6D}"/>
          </ac:picMkLst>
        </pc:picChg>
        <pc:picChg chg="del">
          <ac:chgData name="Vadan Khan" userId="a9b988e12a7c4ce8" providerId="LiveId" clId="{32E26D9D-EE9E-4F30-9D27-F3510F868D00}" dt="2026-05-07T09:08:16.189" v="245" actId="478"/>
          <ac:picMkLst>
            <pc:docMk/>
            <pc:sldMk cId="2954115165" sldId="271"/>
            <ac:picMk id="10" creationId="{325A090B-6FA3-4F78-9BFA-A84B29CE915B}"/>
          </ac:picMkLst>
        </pc:picChg>
        <pc:picChg chg="del">
          <ac:chgData name="Vadan Khan" userId="a9b988e12a7c4ce8" providerId="LiveId" clId="{32E26D9D-EE9E-4F30-9D27-F3510F868D00}" dt="2026-05-07T09:08:16.189" v="245" actId="478"/>
          <ac:picMkLst>
            <pc:docMk/>
            <pc:sldMk cId="2954115165" sldId="271"/>
            <ac:picMk id="12" creationId="{6A7B72D2-A12E-947D-9EFB-621ECD55A50C}"/>
          </ac:picMkLst>
        </pc:picChg>
        <pc:cxnChg chg="del">
          <ac:chgData name="Vadan Khan" userId="a9b988e12a7c4ce8" providerId="LiveId" clId="{32E26D9D-EE9E-4F30-9D27-F3510F868D00}" dt="2026-05-07T09:08:19.748" v="246" actId="478"/>
          <ac:cxnSpMkLst>
            <pc:docMk/>
            <pc:sldMk cId="2954115165" sldId="271"/>
            <ac:cxnSpMk id="17" creationId="{B75CA62F-70E0-632C-28F4-25C3F186BA88}"/>
          </ac:cxnSpMkLst>
        </pc:cxnChg>
        <pc:cxnChg chg="del mod">
          <ac:chgData name="Vadan Khan" userId="a9b988e12a7c4ce8" providerId="LiveId" clId="{32E26D9D-EE9E-4F30-9D27-F3510F868D00}" dt="2026-05-07T09:08:19.748" v="246" actId="478"/>
          <ac:cxnSpMkLst>
            <pc:docMk/>
            <pc:sldMk cId="2954115165" sldId="271"/>
            <ac:cxnSpMk id="18" creationId="{C62A583F-54FC-285D-78D8-3C71B781512C}"/>
          </ac:cxnSpMkLst>
        </pc:cxnChg>
        <pc:cxnChg chg="del mod">
          <ac:chgData name="Vadan Khan" userId="a9b988e12a7c4ce8" providerId="LiveId" clId="{32E26D9D-EE9E-4F30-9D27-F3510F868D00}" dt="2026-05-07T09:08:19.748" v="246" actId="478"/>
          <ac:cxnSpMkLst>
            <pc:docMk/>
            <pc:sldMk cId="2954115165" sldId="271"/>
            <ac:cxnSpMk id="24" creationId="{4EC2494B-0025-CBCB-B5ED-F81D9D440E98}"/>
          </ac:cxnSpMkLst>
        </pc:cxnChg>
      </pc:sldChg>
      <pc:sldChg chg="addSp delSp modSp add mod ord">
        <pc:chgData name="Vadan Khan" userId="a9b988e12a7c4ce8" providerId="LiveId" clId="{32E26D9D-EE9E-4F30-9D27-F3510F868D00}" dt="2026-05-07T10:17:34.487" v="4387" actId="790"/>
        <pc:sldMkLst>
          <pc:docMk/>
          <pc:sldMk cId="2918042618" sldId="272"/>
        </pc:sldMkLst>
        <pc:spChg chg="mod">
          <ac:chgData name="Vadan Khan" userId="a9b988e12a7c4ce8" providerId="LiveId" clId="{32E26D9D-EE9E-4F30-9D27-F3510F868D00}" dt="2026-05-07T10:17:34.487" v="4387" actId="790"/>
          <ac:spMkLst>
            <pc:docMk/>
            <pc:sldMk cId="2918042618" sldId="272"/>
            <ac:spMk id="2" creationId="{841D51C7-AC26-F7B3-E0A1-5C17F6ED182C}"/>
          </ac:spMkLst>
        </pc:spChg>
        <pc:picChg chg="del">
          <ac:chgData name="Vadan Khan" userId="a9b988e12a7c4ce8" providerId="LiveId" clId="{32E26D9D-EE9E-4F30-9D27-F3510F868D00}" dt="2026-05-07T09:09:46.213" v="384" actId="478"/>
          <ac:picMkLst>
            <pc:docMk/>
            <pc:sldMk cId="2918042618" sldId="272"/>
            <ac:picMk id="4" creationId="{DF4D4C78-E65B-5DA7-0696-C3C91FBF834D}"/>
          </ac:picMkLst>
        </pc:picChg>
        <pc:picChg chg="add mod">
          <ac:chgData name="Vadan Khan" userId="a9b988e12a7c4ce8" providerId="LiveId" clId="{32E26D9D-EE9E-4F30-9D27-F3510F868D00}" dt="2026-05-07T09:10:19.083" v="403" actId="1076"/>
          <ac:picMkLst>
            <pc:docMk/>
            <pc:sldMk cId="2918042618" sldId="272"/>
            <ac:picMk id="5" creationId="{6202CE2F-E605-571D-135A-D39EC858C5C2}"/>
          </ac:picMkLst>
        </pc:picChg>
        <pc:picChg chg="add mod">
          <ac:chgData name="Vadan Khan" userId="a9b988e12a7c4ce8" providerId="LiveId" clId="{32E26D9D-EE9E-4F30-9D27-F3510F868D00}" dt="2026-05-07T09:10:18.369" v="402" actId="1076"/>
          <ac:picMkLst>
            <pc:docMk/>
            <pc:sldMk cId="2918042618" sldId="272"/>
            <ac:picMk id="7" creationId="{D9C20956-0F35-851D-9D17-4C86BFE314AB}"/>
          </ac:picMkLst>
        </pc:picChg>
      </pc:sldChg>
      <pc:sldChg chg="addSp delSp modSp add mod">
        <pc:chgData name="Vadan Khan" userId="a9b988e12a7c4ce8" providerId="LiveId" clId="{32E26D9D-EE9E-4F30-9D27-F3510F868D00}" dt="2026-05-07T10:17:34.487" v="4387" actId="790"/>
        <pc:sldMkLst>
          <pc:docMk/>
          <pc:sldMk cId="535196141" sldId="273"/>
        </pc:sldMkLst>
        <pc:spChg chg="mod">
          <ac:chgData name="Vadan Khan" userId="a9b988e12a7c4ce8" providerId="LiveId" clId="{32E26D9D-EE9E-4F30-9D27-F3510F868D00}" dt="2026-05-07T10:17:34.487" v="4387" actId="790"/>
          <ac:spMkLst>
            <pc:docMk/>
            <pc:sldMk cId="535196141" sldId="273"/>
            <ac:spMk id="2" creationId="{10DDF953-4536-9F60-4FF0-9488CF8891EC}"/>
          </ac:spMkLst>
        </pc:spChg>
        <pc:spChg chg="add mod">
          <ac:chgData name="Vadan Khan" userId="a9b988e12a7c4ce8" providerId="LiveId" clId="{32E26D9D-EE9E-4F30-9D27-F3510F868D00}" dt="2026-05-07T10:17:34.487" v="4387" actId="790"/>
          <ac:spMkLst>
            <pc:docMk/>
            <pc:sldMk cId="535196141" sldId="273"/>
            <ac:spMk id="8" creationId="{F127E14E-930E-E30C-D1AE-8EC3947D9EC9}"/>
          </ac:spMkLst>
        </pc:spChg>
        <pc:spChg chg="del">
          <ac:chgData name="Vadan Khan" userId="a9b988e12a7c4ce8" providerId="LiveId" clId="{32E26D9D-EE9E-4F30-9D27-F3510F868D00}" dt="2026-05-07T09:10:59.203" v="424" actId="478"/>
          <ac:spMkLst>
            <pc:docMk/>
            <pc:sldMk cId="535196141" sldId="273"/>
            <ac:spMk id="23" creationId="{1220E2B8-5B49-3EE0-76C7-4ACEE30DC552}"/>
          </ac:spMkLst>
        </pc:spChg>
        <pc:picChg chg="add mod">
          <ac:chgData name="Vadan Khan" userId="a9b988e12a7c4ce8" providerId="LiveId" clId="{32E26D9D-EE9E-4F30-9D27-F3510F868D00}" dt="2026-05-07T09:13:11.788" v="484" actId="1076"/>
          <ac:picMkLst>
            <pc:docMk/>
            <pc:sldMk cId="535196141" sldId="273"/>
            <ac:picMk id="4" creationId="{ACC6D808-D0D4-933E-023B-F79E7B9D0791}"/>
          </ac:picMkLst>
        </pc:picChg>
        <pc:picChg chg="add mod">
          <ac:chgData name="Vadan Khan" userId="a9b988e12a7c4ce8" providerId="LiveId" clId="{32E26D9D-EE9E-4F30-9D27-F3510F868D00}" dt="2026-05-07T09:13:15.438" v="486" actId="1076"/>
          <ac:picMkLst>
            <pc:docMk/>
            <pc:sldMk cId="535196141" sldId="273"/>
            <ac:picMk id="6" creationId="{FB94681D-8B85-D174-6499-EE0DC47E1992}"/>
          </ac:picMkLst>
        </pc:picChg>
        <pc:picChg chg="del">
          <ac:chgData name="Vadan Khan" userId="a9b988e12a7c4ce8" providerId="LiveId" clId="{32E26D9D-EE9E-4F30-9D27-F3510F868D00}" dt="2026-05-07T09:10:59.203" v="424" actId="478"/>
          <ac:picMkLst>
            <pc:docMk/>
            <pc:sldMk cId="535196141" sldId="273"/>
            <ac:picMk id="10" creationId="{1C7C692D-AAA3-2C05-B62B-3C0FC9042CEE}"/>
          </ac:picMkLst>
        </pc:picChg>
        <pc:picChg chg="del">
          <ac:chgData name="Vadan Khan" userId="a9b988e12a7c4ce8" providerId="LiveId" clId="{32E26D9D-EE9E-4F30-9D27-F3510F868D00}" dt="2026-05-07T09:10:59.203" v="424" actId="478"/>
          <ac:picMkLst>
            <pc:docMk/>
            <pc:sldMk cId="535196141" sldId="273"/>
            <ac:picMk id="12" creationId="{230E3E00-7296-9F9E-2485-83EC902FB80E}"/>
          </ac:picMkLst>
        </pc:picChg>
        <pc:cxnChg chg="add mod">
          <ac:chgData name="Vadan Khan" userId="a9b988e12a7c4ce8" providerId="LiveId" clId="{32E26D9D-EE9E-4F30-9D27-F3510F868D00}" dt="2026-05-07T09:14:48.895" v="589" actId="14100"/>
          <ac:cxnSpMkLst>
            <pc:docMk/>
            <pc:sldMk cId="535196141" sldId="273"/>
            <ac:cxnSpMk id="7" creationId="{F4ABFECA-748F-A468-E440-69C8884F28A2}"/>
          </ac:cxnSpMkLst>
        </pc:cxnChg>
        <pc:cxnChg chg="add mod">
          <ac:chgData name="Vadan Khan" userId="a9b988e12a7c4ce8" providerId="LiveId" clId="{32E26D9D-EE9E-4F30-9D27-F3510F868D00}" dt="2026-05-07T09:14:46.935" v="588" actId="14100"/>
          <ac:cxnSpMkLst>
            <pc:docMk/>
            <pc:sldMk cId="535196141" sldId="273"/>
            <ac:cxnSpMk id="9" creationId="{4BB01495-0AF8-B2DA-92C3-49B76C1ABFFA}"/>
          </ac:cxnSpMkLst>
        </pc:cxnChg>
        <pc:cxnChg chg="del">
          <ac:chgData name="Vadan Khan" userId="a9b988e12a7c4ce8" providerId="LiveId" clId="{32E26D9D-EE9E-4F30-9D27-F3510F868D00}" dt="2026-05-07T09:10:57.152" v="423" actId="478"/>
          <ac:cxnSpMkLst>
            <pc:docMk/>
            <pc:sldMk cId="535196141" sldId="273"/>
            <ac:cxnSpMk id="17" creationId="{700B04AF-1AFA-F0C3-C581-273497A563B6}"/>
          </ac:cxnSpMkLst>
        </pc:cxnChg>
        <pc:cxnChg chg="del mod">
          <ac:chgData name="Vadan Khan" userId="a9b988e12a7c4ce8" providerId="LiveId" clId="{32E26D9D-EE9E-4F30-9D27-F3510F868D00}" dt="2026-05-07T09:10:57.152" v="423" actId="478"/>
          <ac:cxnSpMkLst>
            <pc:docMk/>
            <pc:sldMk cId="535196141" sldId="273"/>
            <ac:cxnSpMk id="18" creationId="{F72C4822-B787-2433-B42E-0B6F82337AE9}"/>
          </ac:cxnSpMkLst>
        </pc:cxnChg>
        <pc:cxnChg chg="del mod">
          <ac:chgData name="Vadan Khan" userId="a9b988e12a7c4ce8" providerId="LiveId" clId="{32E26D9D-EE9E-4F30-9D27-F3510F868D00}" dt="2026-05-07T09:10:57.152" v="423" actId="478"/>
          <ac:cxnSpMkLst>
            <pc:docMk/>
            <pc:sldMk cId="535196141" sldId="273"/>
            <ac:cxnSpMk id="24" creationId="{ADD22E75-70AE-9A99-9028-7C58A614AB88}"/>
          </ac:cxnSpMkLst>
        </pc:cxnChg>
      </pc:sldChg>
      <pc:sldChg chg="addSp delSp modSp add mod ord">
        <pc:chgData name="Vadan Khan" userId="a9b988e12a7c4ce8" providerId="LiveId" clId="{32E26D9D-EE9E-4F30-9D27-F3510F868D00}" dt="2026-05-07T10:17:34.487" v="4387" actId="790"/>
        <pc:sldMkLst>
          <pc:docMk/>
          <pc:sldMk cId="1905096786" sldId="274"/>
        </pc:sldMkLst>
        <pc:spChg chg="mod">
          <ac:chgData name="Vadan Khan" userId="a9b988e12a7c4ce8" providerId="LiveId" clId="{32E26D9D-EE9E-4F30-9D27-F3510F868D00}" dt="2026-05-07T10:17:34.487" v="4387" actId="790"/>
          <ac:spMkLst>
            <pc:docMk/>
            <pc:sldMk cId="1905096786" sldId="274"/>
            <ac:spMk id="2" creationId="{4E5D8AD3-CBB8-16DA-6A13-9B15B4192D26}"/>
          </ac:spMkLst>
        </pc:spChg>
        <pc:picChg chg="add mod">
          <ac:chgData name="Vadan Khan" userId="a9b988e12a7c4ce8" providerId="LiveId" clId="{32E26D9D-EE9E-4F30-9D27-F3510F868D00}" dt="2026-05-07T09:16:43.326" v="633" actId="1076"/>
          <ac:picMkLst>
            <pc:docMk/>
            <pc:sldMk cId="1905096786" sldId="274"/>
            <ac:picMk id="4" creationId="{A48A8987-5835-99E3-0D9B-8A2F9C57D7CA}"/>
          </ac:picMkLst>
        </pc:picChg>
        <pc:picChg chg="del">
          <ac:chgData name="Vadan Khan" userId="a9b988e12a7c4ce8" providerId="LiveId" clId="{32E26D9D-EE9E-4F30-9D27-F3510F868D00}" dt="2026-05-07T09:15:45.561" v="619" actId="478"/>
          <ac:picMkLst>
            <pc:docMk/>
            <pc:sldMk cId="1905096786" sldId="274"/>
            <ac:picMk id="5" creationId="{4AA5E723-CC5A-B01F-6895-9D3FA72BF3B6}"/>
          </ac:picMkLst>
        </pc:picChg>
        <pc:picChg chg="del">
          <ac:chgData name="Vadan Khan" userId="a9b988e12a7c4ce8" providerId="LiveId" clId="{32E26D9D-EE9E-4F30-9D27-F3510F868D00}" dt="2026-05-07T09:15:45.561" v="619" actId="478"/>
          <ac:picMkLst>
            <pc:docMk/>
            <pc:sldMk cId="1905096786" sldId="274"/>
            <ac:picMk id="7" creationId="{082D479A-5E99-4D94-570D-BB0255B8836D}"/>
          </ac:picMkLst>
        </pc:picChg>
        <pc:picChg chg="add mod">
          <ac:chgData name="Vadan Khan" userId="a9b988e12a7c4ce8" providerId="LiveId" clId="{32E26D9D-EE9E-4F30-9D27-F3510F868D00}" dt="2026-05-07T09:16:15.290" v="631" actId="1076"/>
          <ac:picMkLst>
            <pc:docMk/>
            <pc:sldMk cId="1905096786" sldId="274"/>
            <ac:picMk id="8" creationId="{1A422E15-D374-977B-B419-38FCE61C8760}"/>
          </ac:picMkLst>
        </pc:picChg>
      </pc:sldChg>
      <pc:sldChg chg="addSp delSp modSp add mod ord">
        <pc:chgData name="Vadan Khan" userId="a9b988e12a7c4ce8" providerId="LiveId" clId="{32E26D9D-EE9E-4F30-9D27-F3510F868D00}" dt="2026-05-07T10:17:34.487" v="4387" actId="790"/>
        <pc:sldMkLst>
          <pc:docMk/>
          <pc:sldMk cId="816714193" sldId="275"/>
        </pc:sldMkLst>
        <pc:spChg chg="mod">
          <ac:chgData name="Vadan Khan" userId="a9b988e12a7c4ce8" providerId="LiveId" clId="{32E26D9D-EE9E-4F30-9D27-F3510F868D00}" dt="2026-05-07T10:17:34.487" v="4387" actId="790"/>
          <ac:spMkLst>
            <pc:docMk/>
            <pc:sldMk cId="816714193" sldId="275"/>
            <ac:spMk id="2" creationId="{267217BD-4E9A-8C35-6B1F-168B57FB1AA9}"/>
          </ac:spMkLst>
        </pc:spChg>
        <pc:picChg chg="add del mod">
          <ac:chgData name="Vadan Khan" userId="a9b988e12a7c4ce8" providerId="LiveId" clId="{32E26D9D-EE9E-4F30-9D27-F3510F868D00}" dt="2026-05-07T09:17:31.691" v="676" actId="478"/>
          <ac:picMkLst>
            <pc:docMk/>
            <pc:sldMk cId="816714193" sldId="275"/>
            <ac:picMk id="3" creationId="{6FF44E06-A81A-7B39-D0EB-55B6979F4E15}"/>
          </ac:picMkLst>
        </pc:picChg>
        <pc:picChg chg="add del mod">
          <ac:chgData name="Vadan Khan" userId="a9b988e12a7c4ce8" providerId="LiveId" clId="{32E26D9D-EE9E-4F30-9D27-F3510F868D00}" dt="2026-05-07T09:17:31.691" v="676" actId="478"/>
          <ac:picMkLst>
            <pc:docMk/>
            <pc:sldMk cId="816714193" sldId="275"/>
            <ac:picMk id="4" creationId="{46B9ED36-6085-71E1-15D1-9B70B7B093EA}"/>
          </ac:picMkLst>
        </pc:picChg>
        <pc:picChg chg="del">
          <ac:chgData name="Vadan Khan" userId="a9b988e12a7c4ce8" providerId="LiveId" clId="{32E26D9D-EE9E-4F30-9D27-F3510F868D00}" dt="2026-05-07T09:17:38.107" v="678" actId="478"/>
          <ac:picMkLst>
            <pc:docMk/>
            <pc:sldMk cId="816714193" sldId="275"/>
            <ac:picMk id="5" creationId="{45F6B395-4E26-BE84-5E56-92148594F7E4}"/>
          </ac:picMkLst>
        </pc:picChg>
        <pc:picChg chg="del mod">
          <ac:chgData name="Vadan Khan" userId="a9b988e12a7c4ce8" providerId="LiveId" clId="{32E26D9D-EE9E-4F30-9D27-F3510F868D00}" dt="2026-05-07T09:17:38.107" v="678" actId="478"/>
          <ac:picMkLst>
            <pc:docMk/>
            <pc:sldMk cId="816714193" sldId="275"/>
            <ac:picMk id="7" creationId="{92B6E437-82F9-1E3C-9901-1AD1549A83F3}"/>
          </ac:picMkLst>
        </pc:picChg>
        <pc:picChg chg="add mod">
          <ac:chgData name="Vadan Khan" userId="a9b988e12a7c4ce8" providerId="LiveId" clId="{32E26D9D-EE9E-4F30-9D27-F3510F868D00}" dt="2026-05-07T09:17:59.615" v="682" actId="1076"/>
          <ac:picMkLst>
            <pc:docMk/>
            <pc:sldMk cId="816714193" sldId="275"/>
            <ac:picMk id="8" creationId="{1ABE9789-61A5-3DE0-58BF-03F7FC7934D2}"/>
          </ac:picMkLst>
        </pc:picChg>
      </pc:sldChg>
      <pc:sldChg chg="addSp delSp modSp add mod ord">
        <pc:chgData name="Vadan Khan" userId="a9b988e12a7c4ce8" providerId="LiveId" clId="{32E26D9D-EE9E-4F30-9D27-F3510F868D00}" dt="2026-05-07T10:23:13.092" v="4530" actId="1076"/>
        <pc:sldMkLst>
          <pc:docMk/>
          <pc:sldMk cId="929506055" sldId="276"/>
        </pc:sldMkLst>
        <pc:spChg chg="mod">
          <ac:chgData name="Vadan Khan" userId="a9b988e12a7c4ce8" providerId="LiveId" clId="{32E26D9D-EE9E-4F30-9D27-F3510F868D00}" dt="2026-05-07T10:17:34.487" v="4387" actId="790"/>
          <ac:spMkLst>
            <pc:docMk/>
            <pc:sldMk cId="929506055" sldId="276"/>
            <ac:spMk id="2" creationId="{F97A84AF-FD78-8D8B-6C4C-5F2008E3A603}"/>
          </ac:spMkLst>
        </pc:spChg>
        <pc:spChg chg="add del mod">
          <ac:chgData name="Vadan Khan" userId="a9b988e12a7c4ce8" providerId="LiveId" clId="{32E26D9D-EE9E-4F30-9D27-F3510F868D00}" dt="2026-05-07T09:22:36.979" v="809" actId="478"/>
          <ac:spMkLst>
            <pc:docMk/>
            <pc:sldMk cId="929506055" sldId="276"/>
            <ac:spMk id="4" creationId="{D2FDE2E0-803C-79D2-8743-7FABEDEEDAE5}"/>
          </ac:spMkLst>
        </pc:spChg>
        <pc:spChg chg="add mod">
          <ac:chgData name="Vadan Khan" userId="a9b988e12a7c4ce8" providerId="LiveId" clId="{32E26D9D-EE9E-4F30-9D27-F3510F868D00}" dt="2026-05-07T10:17:34.487" v="4387" actId="790"/>
          <ac:spMkLst>
            <pc:docMk/>
            <pc:sldMk cId="929506055" sldId="276"/>
            <ac:spMk id="6" creationId="{1686707C-9AD7-C5C5-100E-B6FCF4D8BBEF}"/>
          </ac:spMkLst>
        </pc:spChg>
        <pc:spChg chg="add mod">
          <ac:chgData name="Vadan Khan" userId="a9b988e12a7c4ce8" providerId="LiveId" clId="{32E26D9D-EE9E-4F30-9D27-F3510F868D00}" dt="2026-05-07T10:17:34.487" v="4387" actId="790"/>
          <ac:spMkLst>
            <pc:docMk/>
            <pc:sldMk cId="929506055" sldId="276"/>
            <ac:spMk id="8" creationId="{A0AECF44-4DBC-577C-C292-B96A80525CED}"/>
          </ac:spMkLst>
        </pc:spChg>
        <pc:spChg chg="add mod">
          <ac:chgData name="Vadan Khan" userId="a9b988e12a7c4ce8" providerId="LiveId" clId="{32E26D9D-EE9E-4F30-9D27-F3510F868D00}" dt="2026-05-07T10:17:34.487" v="4387" actId="790"/>
          <ac:spMkLst>
            <pc:docMk/>
            <pc:sldMk cId="929506055" sldId="276"/>
            <ac:spMk id="9" creationId="{A4DD3A79-30A7-7EEC-4A75-254CC30170B8}"/>
          </ac:spMkLst>
        </pc:spChg>
        <pc:spChg chg="add mod">
          <ac:chgData name="Vadan Khan" userId="a9b988e12a7c4ce8" providerId="LiveId" clId="{32E26D9D-EE9E-4F30-9D27-F3510F868D00}" dt="2026-05-07T09:47:27.937" v="2220" actId="164"/>
          <ac:spMkLst>
            <pc:docMk/>
            <pc:sldMk cId="929506055" sldId="276"/>
            <ac:spMk id="10" creationId="{2FC24B42-C3F3-6AF1-5368-74C8901944D0}"/>
          </ac:spMkLst>
        </pc:spChg>
        <pc:spChg chg="add mod">
          <ac:chgData name="Vadan Khan" userId="a9b988e12a7c4ce8" providerId="LiveId" clId="{32E26D9D-EE9E-4F30-9D27-F3510F868D00}" dt="2026-05-07T10:17:34.487" v="4387" actId="790"/>
          <ac:spMkLst>
            <pc:docMk/>
            <pc:sldMk cId="929506055" sldId="276"/>
            <ac:spMk id="11" creationId="{058E2274-AFDB-87F7-82C9-38C2B9304DCB}"/>
          </ac:spMkLst>
        </pc:spChg>
        <pc:spChg chg="add del mod">
          <ac:chgData name="Vadan Khan" userId="a9b988e12a7c4ce8" providerId="LiveId" clId="{32E26D9D-EE9E-4F30-9D27-F3510F868D00}" dt="2026-05-07T09:32:14.537" v="1343" actId="478"/>
          <ac:spMkLst>
            <pc:docMk/>
            <pc:sldMk cId="929506055" sldId="276"/>
            <ac:spMk id="12" creationId="{1B8A0AA7-5E20-3F8E-8C5E-7254A46C5633}"/>
          </ac:spMkLst>
        </pc:spChg>
        <pc:spChg chg="add mod">
          <ac:chgData name="Vadan Khan" userId="a9b988e12a7c4ce8" providerId="LiveId" clId="{32E26D9D-EE9E-4F30-9D27-F3510F868D00}" dt="2026-05-07T10:17:34.487" v="4387" actId="790"/>
          <ac:spMkLst>
            <pc:docMk/>
            <pc:sldMk cId="929506055" sldId="276"/>
            <ac:spMk id="29" creationId="{C2C62049-07D3-BA81-3276-87835DC021BD}"/>
          </ac:spMkLst>
        </pc:spChg>
        <pc:spChg chg="add mod">
          <ac:chgData name="Vadan Khan" userId="a9b988e12a7c4ce8" providerId="LiveId" clId="{32E26D9D-EE9E-4F30-9D27-F3510F868D00}" dt="2026-05-07T10:17:34.487" v="4387" actId="790"/>
          <ac:spMkLst>
            <pc:docMk/>
            <pc:sldMk cId="929506055" sldId="276"/>
            <ac:spMk id="32" creationId="{81FF0969-E338-2A74-5C4C-F75A816E1AA9}"/>
          </ac:spMkLst>
        </pc:spChg>
        <pc:spChg chg="add mod">
          <ac:chgData name="Vadan Khan" userId="a9b988e12a7c4ce8" providerId="LiveId" clId="{32E26D9D-EE9E-4F30-9D27-F3510F868D00}" dt="2026-05-07T10:17:34.487" v="4387" actId="790"/>
          <ac:spMkLst>
            <pc:docMk/>
            <pc:sldMk cId="929506055" sldId="276"/>
            <ac:spMk id="33" creationId="{5DB6B780-BB4F-045A-44A8-00130B313DDC}"/>
          </ac:spMkLst>
        </pc:spChg>
        <pc:spChg chg="add mod">
          <ac:chgData name="Vadan Khan" userId="a9b988e12a7c4ce8" providerId="LiveId" clId="{32E26D9D-EE9E-4F30-9D27-F3510F868D00}" dt="2026-05-07T10:23:13.092" v="4530" actId="1076"/>
          <ac:spMkLst>
            <pc:docMk/>
            <pc:sldMk cId="929506055" sldId="276"/>
            <ac:spMk id="56" creationId="{8EB3C6F1-40C3-717F-8A93-7D2766DC9CE4}"/>
          </ac:spMkLst>
        </pc:spChg>
        <pc:spChg chg="add mod">
          <ac:chgData name="Vadan Khan" userId="a9b988e12a7c4ce8" providerId="LiveId" clId="{32E26D9D-EE9E-4F30-9D27-F3510F868D00}" dt="2026-05-07T10:17:34.487" v="4387" actId="790"/>
          <ac:spMkLst>
            <pc:docMk/>
            <pc:sldMk cId="929506055" sldId="276"/>
            <ac:spMk id="58" creationId="{83A05A23-75AB-3D02-0E1D-0169FC4E5F99}"/>
          </ac:spMkLst>
        </pc:spChg>
        <pc:spChg chg="add mod">
          <ac:chgData name="Vadan Khan" userId="a9b988e12a7c4ce8" providerId="LiveId" clId="{32E26D9D-EE9E-4F30-9D27-F3510F868D00}" dt="2026-05-07T09:54:39.564" v="2380"/>
          <ac:spMkLst>
            <pc:docMk/>
            <pc:sldMk cId="929506055" sldId="276"/>
            <ac:spMk id="59" creationId="{077DA64D-9B99-BE5B-442A-45A750FAF289}"/>
          </ac:spMkLst>
        </pc:spChg>
        <pc:grpChg chg="add mod">
          <ac:chgData name="Vadan Khan" userId="a9b988e12a7c4ce8" providerId="LiveId" clId="{32E26D9D-EE9E-4F30-9D27-F3510F868D00}" dt="2026-05-07T09:47:23.049" v="2219" actId="164"/>
          <ac:grpSpMkLst>
            <pc:docMk/>
            <pc:sldMk cId="929506055" sldId="276"/>
            <ac:grpSpMk id="49" creationId="{A4E2E81D-7017-AB6B-0E0E-98C666BB1081}"/>
          </ac:grpSpMkLst>
        </pc:grpChg>
        <pc:grpChg chg="add mod">
          <ac:chgData name="Vadan Khan" userId="a9b988e12a7c4ce8" providerId="LiveId" clId="{32E26D9D-EE9E-4F30-9D27-F3510F868D00}" dt="2026-05-07T09:56:05.617" v="2683" actId="1076"/>
          <ac:grpSpMkLst>
            <pc:docMk/>
            <pc:sldMk cId="929506055" sldId="276"/>
            <ac:grpSpMk id="50" creationId="{77AE3A20-BA2C-8AE7-07DC-14D8F8F4D5F2}"/>
          </ac:grpSpMkLst>
        </pc:grpChg>
        <pc:picChg chg="del mod">
          <ac:chgData name="Vadan Khan" userId="a9b988e12a7c4ce8" providerId="LiveId" clId="{32E26D9D-EE9E-4F30-9D27-F3510F868D00}" dt="2026-05-07T09:22:27.819" v="808" actId="478"/>
          <ac:picMkLst>
            <pc:docMk/>
            <pc:sldMk cId="929506055" sldId="276"/>
            <ac:picMk id="5" creationId="{6B2A8FA4-5B14-C6FB-B1B4-AFFBBA6FCCDF}"/>
          </ac:picMkLst>
        </pc:picChg>
        <pc:picChg chg="del">
          <ac:chgData name="Vadan Khan" userId="a9b988e12a7c4ce8" providerId="LiveId" clId="{32E26D9D-EE9E-4F30-9D27-F3510F868D00}" dt="2026-05-07T09:22:27.819" v="808" actId="478"/>
          <ac:picMkLst>
            <pc:docMk/>
            <pc:sldMk cId="929506055" sldId="276"/>
            <ac:picMk id="7" creationId="{6597D947-AA7F-8F2E-71F2-ED4056B2A94B}"/>
          </ac:picMkLst>
        </pc:picChg>
        <pc:cxnChg chg="add del mod">
          <ac:chgData name="Vadan Khan" userId="a9b988e12a7c4ce8" providerId="LiveId" clId="{32E26D9D-EE9E-4F30-9D27-F3510F868D00}" dt="2026-05-07T09:32:14.537" v="1343" actId="478"/>
          <ac:cxnSpMkLst>
            <pc:docMk/>
            <pc:sldMk cId="929506055" sldId="276"/>
            <ac:cxnSpMk id="14" creationId="{8BDAD9C4-38E3-CE21-8BB1-EEF13F977BF0}"/>
          </ac:cxnSpMkLst>
        </pc:cxnChg>
        <pc:cxnChg chg="add mod">
          <ac:chgData name="Vadan Khan" userId="a9b988e12a7c4ce8" providerId="LiveId" clId="{32E26D9D-EE9E-4F30-9D27-F3510F868D00}" dt="2026-05-07T09:46:21.125" v="2213" actId="14100"/>
          <ac:cxnSpMkLst>
            <pc:docMk/>
            <pc:sldMk cId="929506055" sldId="276"/>
            <ac:cxnSpMk id="17" creationId="{C544D33E-4571-F886-31F3-23E322713E36}"/>
          </ac:cxnSpMkLst>
        </pc:cxnChg>
        <pc:cxnChg chg="add mod">
          <ac:chgData name="Vadan Khan" userId="a9b988e12a7c4ce8" providerId="LiveId" clId="{32E26D9D-EE9E-4F30-9D27-F3510F868D00}" dt="2026-05-07T09:47:27.937" v="2220" actId="164"/>
          <ac:cxnSpMkLst>
            <pc:docMk/>
            <pc:sldMk cId="929506055" sldId="276"/>
            <ac:cxnSpMk id="22" creationId="{439F9719-89E0-77E5-2802-5D0D66DDA816}"/>
          </ac:cxnSpMkLst>
        </pc:cxnChg>
        <pc:cxnChg chg="add mod">
          <ac:chgData name="Vadan Khan" userId="a9b988e12a7c4ce8" providerId="LiveId" clId="{32E26D9D-EE9E-4F30-9D27-F3510F868D00}" dt="2026-05-07T09:44:50.032" v="2202" actId="1076"/>
          <ac:cxnSpMkLst>
            <pc:docMk/>
            <pc:sldMk cId="929506055" sldId="276"/>
            <ac:cxnSpMk id="23" creationId="{018579ED-33E4-42BA-2771-7A2F34E8804E}"/>
          </ac:cxnSpMkLst>
        </pc:cxnChg>
        <pc:cxnChg chg="add mod">
          <ac:chgData name="Vadan Khan" userId="a9b988e12a7c4ce8" providerId="LiveId" clId="{32E26D9D-EE9E-4F30-9D27-F3510F868D00}" dt="2026-05-07T09:44:50.032" v="2202" actId="1076"/>
          <ac:cxnSpMkLst>
            <pc:docMk/>
            <pc:sldMk cId="929506055" sldId="276"/>
            <ac:cxnSpMk id="26" creationId="{5B950772-BB0F-E1CE-7A29-22CEEA9804AE}"/>
          </ac:cxnSpMkLst>
        </pc:cxnChg>
        <pc:cxnChg chg="add mod">
          <ac:chgData name="Vadan Khan" userId="a9b988e12a7c4ce8" providerId="LiveId" clId="{32E26D9D-EE9E-4F30-9D27-F3510F868D00}" dt="2026-05-07T09:54:10.630" v="2369" actId="1076"/>
          <ac:cxnSpMkLst>
            <pc:docMk/>
            <pc:sldMk cId="929506055" sldId="276"/>
            <ac:cxnSpMk id="35" creationId="{05DB01B8-E506-1302-177B-FB9CDA922857}"/>
          </ac:cxnSpMkLst>
        </pc:cxnChg>
      </pc:sldChg>
      <pc:sldChg chg="addSp delSp modSp add mod">
        <pc:chgData name="Vadan Khan" userId="a9b988e12a7c4ce8" providerId="LiveId" clId="{32E26D9D-EE9E-4F30-9D27-F3510F868D00}" dt="2026-05-07T10:17:34.487" v="4387" actId="790"/>
        <pc:sldMkLst>
          <pc:docMk/>
          <pc:sldMk cId="2423617330" sldId="277"/>
        </pc:sldMkLst>
        <pc:spChg chg="mod">
          <ac:chgData name="Vadan Khan" userId="a9b988e12a7c4ce8" providerId="LiveId" clId="{32E26D9D-EE9E-4F30-9D27-F3510F868D00}" dt="2026-05-07T10:17:34.487" v="4387" actId="790"/>
          <ac:spMkLst>
            <pc:docMk/>
            <pc:sldMk cId="2423617330" sldId="277"/>
            <ac:spMk id="2" creationId="{E489B6BB-F5FF-98C8-493A-345BBF21A6C3}"/>
          </ac:spMkLst>
        </pc:spChg>
        <pc:spChg chg="del">
          <ac:chgData name="Vadan Khan" userId="a9b988e12a7c4ce8" providerId="LiveId" clId="{32E26D9D-EE9E-4F30-9D27-F3510F868D00}" dt="2026-05-07T10:06:17.555" v="3328" actId="478"/>
          <ac:spMkLst>
            <pc:docMk/>
            <pc:sldMk cId="2423617330" sldId="277"/>
            <ac:spMk id="4" creationId="{05183C47-DA45-D337-0DD1-C529327D77B6}"/>
          </ac:spMkLst>
        </pc:spChg>
        <pc:spChg chg="del">
          <ac:chgData name="Vadan Khan" userId="a9b988e12a7c4ce8" providerId="LiveId" clId="{32E26D9D-EE9E-4F30-9D27-F3510F868D00}" dt="2026-05-07T10:06:17.555" v="3328" actId="478"/>
          <ac:spMkLst>
            <pc:docMk/>
            <pc:sldMk cId="2423617330" sldId="277"/>
            <ac:spMk id="6" creationId="{16401766-A16A-71B3-F9EE-E8BFC912801D}"/>
          </ac:spMkLst>
        </pc:spChg>
        <pc:spChg chg="add del mod">
          <ac:chgData name="Vadan Khan" userId="a9b988e12a7c4ce8" providerId="LiveId" clId="{32E26D9D-EE9E-4F30-9D27-F3510F868D00}" dt="2026-05-07T10:06:19.785" v="3329" actId="478"/>
          <ac:spMkLst>
            <pc:docMk/>
            <pc:sldMk cId="2423617330" sldId="277"/>
            <ac:spMk id="8" creationId="{C6E5367B-4922-7EB3-CE54-6E6510F85124}"/>
          </ac:spMkLst>
        </pc:spChg>
        <pc:spChg chg="add mod">
          <ac:chgData name="Vadan Khan" userId="a9b988e12a7c4ce8" providerId="LiveId" clId="{32E26D9D-EE9E-4F30-9D27-F3510F868D00}" dt="2026-05-07T10:17:34.487" v="4387" actId="790"/>
          <ac:spMkLst>
            <pc:docMk/>
            <pc:sldMk cId="2423617330" sldId="277"/>
            <ac:spMk id="14" creationId="{DB9DE7F7-86B5-A09C-D5B5-18FB3AC706F7}"/>
          </ac:spMkLst>
        </pc:spChg>
        <pc:spChg chg="add mod">
          <ac:chgData name="Vadan Khan" userId="a9b988e12a7c4ce8" providerId="LiveId" clId="{32E26D9D-EE9E-4F30-9D27-F3510F868D00}" dt="2026-05-07T10:17:34.487" v="4387" actId="790"/>
          <ac:spMkLst>
            <pc:docMk/>
            <pc:sldMk cId="2423617330" sldId="277"/>
            <ac:spMk id="16" creationId="{98E2C0E5-C285-A2EC-4A1C-CC86F83A01DE}"/>
          </ac:spMkLst>
        </pc:spChg>
        <pc:picChg chg="del">
          <ac:chgData name="Vadan Khan" userId="a9b988e12a7c4ce8" providerId="LiveId" clId="{32E26D9D-EE9E-4F30-9D27-F3510F868D00}" dt="2026-05-07T10:06:17.555" v="3328" actId="478"/>
          <ac:picMkLst>
            <pc:docMk/>
            <pc:sldMk cId="2423617330" sldId="277"/>
            <ac:picMk id="5" creationId="{16C3CA65-714B-FBE9-68E9-BDEC1BC12156}"/>
          </ac:picMkLst>
        </pc:picChg>
        <pc:picChg chg="del">
          <ac:chgData name="Vadan Khan" userId="a9b988e12a7c4ce8" providerId="LiveId" clId="{32E26D9D-EE9E-4F30-9D27-F3510F868D00}" dt="2026-05-07T10:06:17.555" v="3328" actId="478"/>
          <ac:picMkLst>
            <pc:docMk/>
            <pc:sldMk cId="2423617330" sldId="277"/>
            <ac:picMk id="7" creationId="{723067F8-09C3-2890-C2EE-6126F02B05A5}"/>
          </ac:picMkLst>
        </pc:picChg>
        <pc:picChg chg="add mod modCrop">
          <ac:chgData name="Vadan Khan" userId="a9b988e12a7c4ce8" providerId="LiveId" clId="{32E26D9D-EE9E-4F30-9D27-F3510F868D00}" dt="2026-05-07T10:08:05.410" v="3362" actId="1076"/>
          <ac:picMkLst>
            <pc:docMk/>
            <pc:sldMk cId="2423617330" sldId="277"/>
            <ac:picMk id="10" creationId="{2B78006D-9491-C487-9B31-A5982760C527}"/>
          </ac:picMkLst>
        </pc:picChg>
        <pc:picChg chg="add mod modCrop">
          <ac:chgData name="Vadan Khan" userId="a9b988e12a7c4ce8" providerId="LiveId" clId="{32E26D9D-EE9E-4F30-9D27-F3510F868D00}" dt="2026-05-07T10:08:01.083" v="3361" actId="1076"/>
          <ac:picMkLst>
            <pc:docMk/>
            <pc:sldMk cId="2423617330" sldId="277"/>
            <ac:picMk id="13" creationId="{23A5A8D6-E115-934F-EFB4-9E35FF72B307}"/>
          </ac:picMkLst>
        </pc:picChg>
        <pc:cxnChg chg="del">
          <ac:chgData name="Vadan Khan" userId="a9b988e12a7c4ce8" providerId="LiveId" clId="{32E26D9D-EE9E-4F30-9D27-F3510F868D00}" dt="2026-05-07T10:06:17.555" v="3328" actId="478"/>
          <ac:cxnSpMkLst>
            <pc:docMk/>
            <pc:sldMk cId="2423617330" sldId="277"/>
            <ac:cxnSpMk id="11" creationId="{BEEF1828-B138-ED80-996C-4F4FA95EBFCC}"/>
          </ac:cxnSpMkLst>
        </pc:cxnChg>
        <pc:cxnChg chg="del">
          <ac:chgData name="Vadan Khan" userId="a9b988e12a7c4ce8" providerId="LiveId" clId="{32E26D9D-EE9E-4F30-9D27-F3510F868D00}" dt="2026-05-07T10:06:17.555" v="3328" actId="478"/>
          <ac:cxnSpMkLst>
            <pc:docMk/>
            <pc:sldMk cId="2423617330" sldId="277"/>
            <ac:cxnSpMk id="15" creationId="{21962405-B8C4-2363-F0D7-9674BBFBE881}"/>
          </ac:cxnSpMkLst>
        </pc:cxnChg>
        <pc:cxnChg chg="del">
          <ac:chgData name="Vadan Khan" userId="a9b988e12a7c4ce8" providerId="LiveId" clId="{32E26D9D-EE9E-4F30-9D27-F3510F868D00}" dt="2026-05-07T10:06:17.555" v="3328" actId="478"/>
          <ac:cxnSpMkLst>
            <pc:docMk/>
            <pc:sldMk cId="2423617330" sldId="277"/>
            <ac:cxnSpMk id="34" creationId="{22B48ED4-90FF-7BAD-0EEC-70F6F1999DB9}"/>
          </ac:cxnSpMkLst>
        </pc:cxnChg>
        <pc:cxnChg chg="del">
          <ac:chgData name="Vadan Khan" userId="a9b988e12a7c4ce8" providerId="LiveId" clId="{32E26D9D-EE9E-4F30-9D27-F3510F868D00}" dt="2026-05-07T10:06:17.555" v="3328" actId="478"/>
          <ac:cxnSpMkLst>
            <pc:docMk/>
            <pc:sldMk cId="2423617330" sldId="277"/>
            <ac:cxnSpMk id="35" creationId="{41248827-DFA0-8E21-5292-E96FA7F77136}"/>
          </ac:cxnSpMkLst>
        </pc:cxn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457C92-F27F-37DD-7302-24EC7C16970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0B1D415-03EA-26D6-5266-8DC3E9CB246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D4AE79A-B138-CE3F-DC3E-BEBE80F390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DC5076-3495-674F-87D5-9CF79F8A633D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B0E3E7E-A58D-D0AD-AF18-C4D8FC2CD3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ABEA518-BE4D-C9EF-A0E8-A85BB16B9A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B23678-88AD-5B46-9C82-4B57B7CFEE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73943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2F4B36-28F3-85F1-188A-DE36BE96C9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83AB24-3C63-24DD-3053-A535D1C0FA6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4D956A1-D7F5-7919-0770-74A919C86A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DC5076-3495-674F-87D5-9CF79F8A633D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9094844-1EA7-E50E-7EAA-569672D3F4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A5BEA72-99FB-1B35-7511-B739E4F59F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B23678-88AD-5B46-9C82-4B57B7CFEE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76766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753AE7-6B88-AC62-F043-CACE426C83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F65E007-95DC-4D6E-0681-9D606554665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715BEDC-B6C5-A639-27C8-96F9BEDF90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DC5076-3495-674F-87D5-9CF79F8A633D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32FA2FD-4FB2-9C75-13A6-34E9155B98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6F847A8-DABD-1948-DC6C-ECB7D5CF85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B23678-88AD-5B46-9C82-4B57B7CFEE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38509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5FA566-FADA-DDDF-F02A-EBE51EA116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C72B85-1DA1-1B10-A655-F884C6F6386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FA0668B-655E-84A2-F4A1-9093038B531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301EEBE-1F98-0443-6B50-3B6C3C87CF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DC5076-3495-674F-87D5-9CF79F8A633D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BAEC789-1E81-55ED-A11F-96DE19128B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F7F4A88-FBC3-47CD-B3A7-C4EA892388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B23678-88AD-5B46-9C82-4B57B7CFEE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94758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84A84D-D510-CF67-632F-8BD6B269D4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B6B1775-5C46-AB89-77D9-6F085B0BB27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BDEA551-39A0-98F0-8B08-3D09E91968B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0B9E3F5-43B1-55AC-4151-E4F49F5D368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7E13F5A-65CC-6B0D-0B7B-98250488368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B855160-E20B-E84D-9CAC-50013FC403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DC5076-3495-674F-87D5-9CF79F8A633D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C275FB6-363E-179F-7088-ADFD19A0B6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F8C370B-5D36-BC4E-AB2C-B9690439F9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B23678-88AD-5B46-9C82-4B57B7CFEE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30043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BF2ABB-4C21-CA9F-AEA1-46315B228A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4F598D2-D600-B3F7-04EE-EDEBE31F05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DC5076-3495-674F-87D5-9CF79F8A633D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2166BA4-B7E7-45A6-5EA9-4BD68DF174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44C3882-1A19-7C41-B9EB-8943D04356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B23678-88AD-5B46-9C82-4B57B7CFEE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66774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467662F-BE04-2F82-84E2-3FB8734177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DC5076-3495-674F-87D5-9CF79F8A633D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BE1B594-B2E0-F340-527D-A8CA780F77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F8AA066-7E26-293B-3287-E3929342A4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B23678-88AD-5B46-9C82-4B57B7CFEE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29556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9DADEF-2FC2-0AD0-9823-D9E32002AD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4FF73B-5F73-21F6-D570-15D5B47F6D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1AB7A76-E53B-643E-45FC-94317216C09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5DC8305-1D66-A5BE-D002-D206EE5D2D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DC5076-3495-674F-87D5-9CF79F8A633D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AEBE1A5-FAC2-4A04-70EB-3DDDB48D20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771BC9B-9EBA-0345-AC39-13FCDC1632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B23678-88AD-5B46-9C82-4B57B7CFEE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805942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5D2FFD-AF0F-97E7-65E8-91DDE198FE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584E709-6603-5900-4081-E4CBDB2E547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44CF1D0-7303-FD6E-EE99-BCFCCCB37E2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5968777-9F84-0B6A-36D1-3967E1EF06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DC5076-3495-674F-87D5-9CF79F8A633D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0120762-79AE-DD9D-FA0F-7B4DCEDF14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3C5BA15-5449-296A-ED64-4E1061FF73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B23678-88AD-5B46-9C82-4B57B7CFEE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11866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63BA0E-C2DD-3052-E2A6-75FB50BD9C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60ADC19-17CE-3C67-D5FC-7D23CBF1D1D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67EA783-1D73-BDE8-2588-870E377665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DC5076-3495-674F-87D5-9CF79F8A633D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51FA25A-0012-94DC-E0EB-B1D140D793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BB4D802-3C63-3741-965E-4731B97541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B23678-88AD-5B46-9C82-4B57B7CFEE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157221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1A25968-2E0A-4125-3B9B-C3854DB9E16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BFE8652-ADDE-F87D-0215-320EE6E46B4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4336C0-2408-2A13-E265-F7E68E1A47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DC5076-3495-674F-87D5-9CF79F8A633D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D12D624-F8AA-A1DA-7601-1AA862D084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1F1234-89D7-A809-09E0-EED39E0F90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B23678-88AD-5B46-9C82-4B57B7CFEE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11085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6AFE43E-25A6-E114-0A7D-3CF7B40530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814E73F-3FAD-E290-11DD-06A5D274C13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8E30EEF-684B-D5AA-E6B7-14BC541875D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1DC5076-3495-674F-87D5-9CF79F8A633D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282A428-7A8E-9E7A-A346-3E4E3C3B37B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273134-17DE-4243-7B7A-6394645BDBB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FB23678-88AD-5B46-9C82-4B57B7CFEE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51921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Relationship Id="rId9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19040A-0AE3-9684-69DF-37436E26F2D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noProof="0" dirty="0"/>
              <a:t>Optimising Breeder Blanket Design for Fusion Reactors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81A60E-4A87-D88E-8F0D-2AFC700BC2D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82551"/>
            <a:ext cx="9144000" cy="440875"/>
          </a:xfrm>
        </p:spPr>
        <p:txBody>
          <a:bodyPr>
            <a:normAutofit fontScale="92500" lnSpcReduction="10000"/>
          </a:bodyPr>
          <a:lstStyle/>
          <a:p>
            <a:r>
              <a:rPr lang="en-GB" sz="2800" dirty="0"/>
              <a:t>Semester 2 Masters Project Continuation</a:t>
            </a:r>
            <a:endParaRPr lang="en-GB" sz="2800" noProof="0" dirty="0"/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A19FAFFE-2331-81EF-F0EB-9FF83C75F0F2}"/>
              </a:ext>
            </a:extLst>
          </p:cNvPr>
          <p:cNvSpPr txBox="1">
            <a:spLocks/>
          </p:cNvSpPr>
          <p:nvPr/>
        </p:nvSpPr>
        <p:spPr>
          <a:xfrm>
            <a:off x="1524000" y="4296014"/>
            <a:ext cx="9144000" cy="77631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sz="2000" noProof="0" dirty="0"/>
              <a:t>Vadan Khan</a:t>
            </a:r>
          </a:p>
          <a:p>
            <a:r>
              <a:rPr lang="en-GB" sz="2000" noProof="0" dirty="0"/>
              <a:t>Rhodri Peters</a:t>
            </a:r>
          </a:p>
          <a:p>
            <a:endParaRPr lang="en-GB" sz="2000" dirty="0"/>
          </a:p>
        </p:txBody>
      </p:sp>
    </p:spTree>
    <p:extLst>
      <p:ext uri="{BB962C8B-B14F-4D97-AF65-F5344CB8AC3E}">
        <p14:creationId xmlns:p14="http://schemas.microsoft.com/office/powerpoint/2010/main" val="400140986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D3C5EE-1074-04AC-0385-208C77E73F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 noProof="0" dirty="0"/>
              <a:t>Project Introduction and Overview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C85ADF-3BE8-E382-F4F8-DB7AFAF01D3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2141" y="1541253"/>
            <a:ext cx="10847717" cy="4635710"/>
          </a:xfrm>
        </p:spPr>
        <p:txBody>
          <a:bodyPr/>
          <a:lstStyle/>
          <a:p>
            <a:pPr>
              <a:spcAft>
                <a:spcPts val="600"/>
              </a:spcAft>
            </a:pPr>
            <a:r>
              <a:rPr lang="en-GB" b="1" dirty="0"/>
              <a:t>Key research area </a:t>
            </a:r>
            <a:r>
              <a:rPr lang="en-GB" dirty="0"/>
              <a:t>for contemporary Fusion Projects</a:t>
            </a:r>
            <a:endParaRPr lang="en-GB" noProof="0" dirty="0"/>
          </a:p>
          <a:p>
            <a:pPr>
              <a:spcAft>
                <a:spcPts val="600"/>
              </a:spcAft>
            </a:pPr>
            <a:r>
              <a:rPr lang="en-GB" b="1" dirty="0"/>
              <a:t>Our Approach: </a:t>
            </a:r>
            <a:r>
              <a:rPr lang="en-GB" noProof="0" dirty="0"/>
              <a:t>Neutron transport simulations</a:t>
            </a:r>
          </a:p>
          <a:p>
            <a:pPr>
              <a:spcAft>
                <a:spcPts val="600"/>
              </a:spcAft>
            </a:pPr>
            <a:r>
              <a:rPr lang="en-GB" b="1" dirty="0"/>
              <a:t>S</a:t>
            </a:r>
            <a:r>
              <a:rPr lang="en-GB" b="1" noProof="0" dirty="0" err="1"/>
              <a:t>emester</a:t>
            </a:r>
            <a:r>
              <a:rPr lang="en-GB" b="1" noProof="0" dirty="0"/>
              <a:t> 1 continuation</a:t>
            </a:r>
          </a:p>
          <a:p>
            <a:pPr lvl="1">
              <a:spcBef>
                <a:spcPts val="0"/>
              </a:spcBef>
              <a:spcAft>
                <a:spcPts val="600"/>
              </a:spcAft>
            </a:pPr>
            <a:r>
              <a:rPr lang="en-GB" dirty="0"/>
              <a:t>Previously focused on material selection</a:t>
            </a:r>
            <a:endParaRPr lang="en-GB" noProof="0" dirty="0"/>
          </a:p>
          <a:p>
            <a:pPr>
              <a:spcAft>
                <a:spcPts val="600"/>
              </a:spcAft>
            </a:pPr>
            <a:r>
              <a:rPr lang="en-GB" b="1" dirty="0"/>
              <a:t>Semester 2 focus: </a:t>
            </a:r>
            <a:r>
              <a:rPr lang="en-GB" dirty="0"/>
              <a:t>Optimising a Heterogeneous Design</a:t>
            </a:r>
          </a:p>
          <a:p>
            <a:pPr lvl="1">
              <a:spcBef>
                <a:spcPts val="0"/>
              </a:spcBef>
              <a:spcAft>
                <a:spcPts val="600"/>
              </a:spcAft>
            </a:pPr>
            <a:r>
              <a:rPr lang="en-GB" dirty="0"/>
              <a:t>Fixed material choices to optimum from last semester</a:t>
            </a:r>
            <a:endParaRPr lang="en-GB" noProof="0" dirty="0"/>
          </a:p>
          <a:p>
            <a:pPr>
              <a:spcAft>
                <a:spcPts val="600"/>
              </a:spcAft>
            </a:pPr>
            <a:r>
              <a:rPr lang="en-GB" b="1" dirty="0"/>
              <a:t>Novel Methodology: </a:t>
            </a:r>
            <a:r>
              <a:rPr lang="en-GB" dirty="0"/>
              <a:t>Algorithm to explore large parameter spaces faster</a:t>
            </a:r>
          </a:p>
          <a:p>
            <a:pPr lvl="1">
              <a:spcBef>
                <a:spcPts val="0"/>
              </a:spcBef>
              <a:spcAft>
                <a:spcPts val="600"/>
              </a:spcAft>
            </a:pPr>
            <a:r>
              <a:rPr lang="en-GB" dirty="0"/>
              <a:t>Bayesian Optimisation </a:t>
            </a:r>
            <a:endParaRPr lang="en-GB" noProof="0" dirty="0"/>
          </a:p>
        </p:txBody>
      </p:sp>
    </p:spTree>
    <p:extLst>
      <p:ext uri="{BB962C8B-B14F-4D97-AF65-F5344CB8AC3E}">
        <p14:creationId xmlns:p14="http://schemas.microsoft.com/office/powerpoint/2010/main" val="183312124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208ECE-4020-AE95-8FBF-72F6BE53DF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69594"/>
            <a:ext cx="10515600" cy="716052"/>
          </a:xfrm>
        </p:spPr>
        <p:txBody>
          <a:bodyPr/>
          <a:lstStyle/>
          <a:p>
            <a:pPr algn="ctr"/>
            <a:r>
              <a:rPr lang="en-GB" noProof="0" dirty="0"/>
              <a:t>Blanket Design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9FE7C77-D91E-9ECE-8D47-6259468BC5E1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350105" y="1424273"/>
            <a:ext cx="8441354" cy="4549086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64DCBF-4FE0-312C-F4CB-D3150C5C455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9109494" y="1278177"/>
            <a:ext cx="2646136" cy="4841278"/>
          </a:xfrm>
        </p:spPr>
        <p:txBody>
          <a:bodyPr>
            <a:normAutofit/>
          </a:bodyPr>
          <a:lstStyle/>
          <a:p>
            <a:r>
              <a:rPr lang="en-GB" sz="2400" noProof="0" dirty="0"/>
              <a:t>Heterogeneous  (layered) blanket</a:t>
            </a:r>
          </a:p>
          <a:p>
            <a:r>
              <a:rPr lang="en-GB" sz="2400" noProof="0" dirty="0"/>
              <a:t>4 Alternating breeder and coolant layers</a:t>
            </a:r>
          </a:p>
          <a:p>
            <a:r>
              <a:rPr lang="en-GB" sz="2400" b="1" noProof="0" dirty="0"/>
              <a:t>Breeder: </a:t>
            </a:r>
            <a:r>
              <a:rPr lang="en-GB" sz="2400" noProof="0" dirty="0"/>
              <a:t>Eutectic Li</a:t>
            </a:r>
            <a:r>
              <a:rPr lang="en-GB" sz="2400" baseline="-25000" noProof="0" dirty="0"/>
              <a:t>17</a:t>
            </a:r>
            <a:r>
              <a:rPr lang="en-GB" sz="2400" noProof="0" dirty="0"/>
              <a:t>Pb</a:t>
            </a:r>
            <a:r>
              <a:rPr lang="en-GB" sz="2400" baseline="-25000" noProof="0" dirty="0"/>
              <a:t>93</a:t>
            </a:r>
            <a:r>
              <a:rPr lang="en-GB" sz="2400" noProof="0" dirty="0"/>
              <a:t> </a:t>
            </a:r>
          </a:p>
          <a:p>
            <a:r>
              <a:rPr lang="en-GB" sz="2400" b="1" noProof="0" dirty="0"/>
              <a:t>Coolant: </a:t>
            </a:r>
            <a:r>
              <a:rPr lang="en-GB" sz="2400" noProof="0" dirty="0"/>
              <a:t>H</a:t>
            </a:r>
            <a:r>
              <a:rPr lang="en-GB" sz="2400" baseline="-25000" noProof="0" dirty="0"/>
              <a:t>2</a:t>
            </a:r>
            <a:r>
              <a:rPr lang="en-GB" sz="2400" noProof="0" dirty="0"/>
              <a:t>0</a:t>
            </a:r>
          </a:p>
          <a:p>
            <a:r>
              <a:rPr lang="en-GB" sz="2400" b="1" noProof="0" dirty="0"/>
              <a:t>Separators: </a:t>
            </a:r>
            <a:r>
              <a:rPr lang="en-GB" sz="2400" noProof="0" dirty="0"/>
              <a:t>Eurofer97 Steel</a:t>
            </a:r>
          </a:p>
          <a:p>
            <a:r>
              <a:rPr lang="en-GB" sz="2400" b="1" noProof="0" dirty="0"/>
              <a:t>First Wall: </a:t>
            </a:r>
            <a:r>
              <a:rPr lang="en-GB" sz="2400" noProof="0" dirty="0"/>
              <a:t>Zircalloy </a:t>
            </a:r>
          </a:p>
          <a:p>
            <a:endParaRPr lang="en-GB" sz="2400" noProof="0" dirty="0"/>
          </a:p>
        </p:txBody>
      </p:sp>
    </p:spTree>
    <p:extLst>
      <p:ext uri="{BB962C8B-B14F-4D97-AF65-F5344CB8AC3E}">
        <p14:creationId xmlns:p14="http://schemas.microsoft.com/office/powerpoint/2010/main" val="19648164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5DE6DD-2A2F-AFFB-40B6-1251DCB839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 noProof="0" dirty="0"/>
              <a:t>Heterogeneous Effects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E5D8584D-8E50-1412-C5B3-D1ADCC87DCFA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243214" y="1269000"/>
            <a:ext cx="5760000" cy="4320000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1CFB8C-C4FE-0EC1-DD64-9368999F64F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3551507"/>
          </a:xfrm>
        </p:spPr>
        <p:txBody>
          <a:bodyPr>
            <a:normAutofit/>
          </a:bodyPr>
          <a:lstStyle/>
          <a:p>
            <a:r>
              <a:rPr lang="en-GB" noProof="0" dirty="0"/>
              <a:t>Compare heterogeneous breeder to homogeneous designs</a:t>
            </a:r>
          </a:p>
          <a:p>
            <a:r>
              <a:rPr lang="en-GB" noProof="0" dirty="0"/>
              <a:t>Separator material added in homogenous and heterogeneous designs</a:t>
            </a:r>
          </a:p>
          <a:p>
            <a:r>
              <a:rPr lang="en-GB" noProof="0" dirty="0"/>
              <a:t>Heterogeneous blankets have significantly lower TBR</a:t>
            </a:r>
          </a:p>
          <a:p>
            <a:endParaRPr lang="en-GB" noProof="0" dirty="0"/>
          </a:p>
        </p:txBody>
      </p:sp>
    </p:spTree>
    <p:extLst>
      <p:ext uri="{BB962C8B-B14F-4D97-AF65-F5344CB8AC3E}">
        <p14:creationId xmlns:p14="http://schemas.microsoft.com/office/powerpoint/2010/main" val="252584739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>
            <a:extLst>
              <a:ext uri="{FF2B5EF4-FFF2-40B4-BE49-F238E27FC236}">
                <a16:creationId xmlns:a16="http://schemas.microsoft.com/office/drawing/2014/main" id="{41B9C40D-F2EF-DFD9-003C-B280A7B9E50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3348" y="1440000"/>
            <a:ext cx="2880000" cy="2880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09300FD-777D-D3C6-425D-5E4F5998A0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63156"/>
            <a:ext cx="10515600" cy="1325563"/>
          </a:xfrm>
        </p:spPr>
        <p:txBody>
          <a:bodyPr/>
          <a:lstStyle/>
          <a:p>
            <a:pPr algn="ctr"/>
            <a:r>
              <a:rPr lang="en-GB" noProof="0" dirty="0"/>
              <a:t>Linear Gradient Thickness Constraint</a:t>
            </a:r>
          </a:p>
        </p:txBody>
      </p:sp>
      <p:pic>
        <p:nvPicPr>
          <p:cNvPr id="11" name="Content Placeholder 10">
            <a:extLst>
              <a:ext uri="{FF2B5EF4-FFF2-40B4-BE49-F238E27FC236}">
                <a16:creationId xmlns:a16="http://schemas.microsoft.com/office/drawing/2014/main" id="{4876DF6D-CED2-FBA5-9C60-32C9E221BD55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3"/>
          <a:stretch>
            <a:fillRect/>
          </a:stretch>
        </p:blipFill>
        <p:spPr>
          <a:xfrm>
            <a:off x="0" y="1440000"/>
            <a:ext cx="2880000" cy="2880000"/>
          </a:xfrm>
          <a:prstGeom prst="rect">
            <a:avLst/>
          </a:prstGeom>
        </p:spPr>
      </p:pic>
      <p:pic>
        <p:nvPicPr>
          <p:cNvPr id="13" name="Content Placeholder 12">
            <a:extLst>
              <a:ext uri="{FF2B5EF4-FFF2-40B4-BE49-F238E27FC236}">
                <a16:creationId xmlns:a16="http://schemas.microsoft.com/office/drawing/2014/main" id="{055F85C3-F107-05F0-304C-61875C36B7ED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4"/>
          <a:stretch>
            <a:fillRect/>
          </a:stretch>
        </p:blipFill>
        <p:spPr>
          <a:xfrm>
            <a:off x="2278200" y="1440000"/>
            <a:ext cx="2880000" cy="2880000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6CD6D1C0-B27A-5DB6-0E8A-6C0CBAD7858E}"/>
                  </a:ext>
                </a:extLst>
              </p:cNvPr>
              <p:cNvSpPr txBox="1"/>
              <p:nvPr/>
            </p:nvSpPr>
            <p:spPr>
              <a:xfrm>
                <a:off x="7813348" y="1440000"/>
                <a:ext cx="3660493" cy="392928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spcAft>
                    <a:spcPts val="2000"/>
                  </a:spcAft>
                  <a:buFont typeface="Arial" panose="020B0604020202020204" pitchFamily="34" charset="0"/>
                  <a:buChar char="•"/>
                </a:pPr>
                <a:r>
                  <a:rPr lang="en-GB" sz="2400" noProof="0" dirty="0"/>
                  <a:t>Linear gradient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GB" sz="2400" i="1" noProof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sz="2400" i="1" noProof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𝜁</m:t>
                        </m:r>
                      </m:e>
                    </m:d>
                  </m:oMath>
                </a14:m>
                <a:r>
                  <a:rPr lang="en-GB" sz="2400" noProof="0" dirty="0"/>
                  <a:t> constraint imposed on layer thicknesses</a:t>
                </a:r>
              </a:p>
              <a:p>
                <a:pPr marL="285750" indent="-285750">
                  <a:spcAft>
                    <a:spcPts val="2000"/>
                  </a:spcAft>
                  <a:buFont typeface="Arial" panose="020B0604020202020204" pitchFamily="34" charset="0"/>
                  <a:buChar char="•"/>
                </a:pPr>
                <a:r>
                  <a:rPr lang="en-GB" sz="2400" noProof="0" dirty="0"/>
                  <a:t>Allows for study of front-loaded and rear-loaded designs</a:t>
                </a:r>
              </a:p>
              <a:p>
                <a:pPr marL="285750" indent="-285750">
                  <a:spcAft>
                    <a:spcPts val="2000"/>
                  </a:spcAft>
                  <a:buFont typeface="Arial" panose="020B0604020202020204" pitchFamily="34" charset="0"/>
                  <a:buChar char="•"/>
                </a:pPr>
                <a:r>
                  <a:rPr lang="en-GB" sz="2400" noProof="0" dirty="0"/>
                  <a:t>Reduces multi-variate problem to a single parameter.</a:t>
                </a:r>
              </a:p>
            </p:txBody>
          </p:sp>
        </mc:Choice>
        <mc:Fallback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6CD6D1C0-B27A-5DB6-0E8A-6C0CBAD7858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13348" y="1440000"/>
                <a:ext cx="3660493" cy="3929281"/>
              </a:xfrm>
              <a:prstGeom prst="rect">
                <a:avLst/>
              </a:prstGeom>
              <a:blipFill>
                <a:blip r:embed="rId5"/>
                <a:stretch>
                  <a:fillRect l="-2333" t="-1240" b="-2481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8C0EA1B7-BFD2-BA30-F90D-CCE415921797}"/>
                  </a:ext>
                </a:extLst>
              </p:cNvPr>
              <p:cNvSpPr txBox="1"/>
              <p:nvPr/>
            </p:nvSpPr>
            <p:spPr>
              <a:xfrm>
                <a:off x="807065" y="4320000"/>
                <a:ext cx="1265869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i="1" noProof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𝜁</m:t>
                      </m:r>
                      <m:r>
                        <a:rPr lang="en-GB" b="0" i="1" noProof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=−0.3</m:t>
                      </m:r>
                    </m:oMath>
                  </m:oMathPara>
                </a14:m>
                <a:endParaRPr lang="en-GB" noProof="0" dirty="0"/>
              </a:p>
            </p:txBody>
          </p:sp>
        </mc:Choice>
        <mc:Fallback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8C0EA1B7-BFD2-BA30-F90D-CCE41592179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7065" y="4320000"/>
                <a:ext cx="1265869" cy="369332"/>
              </a:xfrm>
              <a:prstGeom prst="rect">
                <a:avLst/>
              </a:prstGeom>
              <a:blipFill>
                <a:blip r:embed="rId6"/>
                <a:stretch>
                  <a:fillRect b="-13333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9219B04A-809A-D803-DEE5-0B117D3557C8}"/>
                  </a:ext>
                </a:extLst>
              </p:cNvPr>
              <p:cNvSpPr txBox="1"/>
              <p:nvPr/>
            </p:nvSpPr>
            <p:spPr>
              <a:xfrm>
                <a:off x="3085266" y="4320000"/>
                <a:ext cx="1265869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i="1" noProof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𝜁</m:t>
                      </m:r>
                      <m:r>
                        <a:rPr lang="en-GB" b="0" i="1" noProof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n-GB" noProof="0" dirty="0"/>
              </a:p>
            </p:txBody>
          </p:sp>
        </mc:Choice>
        <mc:Fallback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9219B04A-809A-D803-DEE5-0B117D3557C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85266" y="4320000"/>
                <a:ext cx="1265869" cy="369332"/>
              </a:xfrm>
              <a:prstGeom prst="rect">
                <a:avLst/>
              </a:prstGeom>
              <a:blipFill>
                <a:blip r:embed="rId7"/>
                <a:stretch>
                  <a:fillRect b="-13333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463E474A-CEF7-0F71-CE80-F028B4DCC3AB}"/>
                  </a:ext>
                </a:extLst>
              </p:cNvPr>
              <p:cNvSpPr txBox="1"/>
              <p:nvPr/>
            </p:nvSpPr>
            <p:spPr>
              <a:xfrm>
                <a:off x="5740413" y="4320000"/>
                <a:ext cx="1265869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i="1" noProof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𝜁</m:t>
                      </m:r>
                      <m:r>
                        <a:rPr lang="en-GB" b="0" i="1" noProof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=0.3</m:t>
                      </m:r>
                    </m:oMath>
                  </m:oMathPara>
                </a14:m>
                <a:endParaRPr lang="en-GB" noProof="0" dirty="0"/>
              </a:p>
            </p:txBody>
          </p:sp>
        </mc:Choice>
        <mc:Fallback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463E474A-CEF7-0F71-CE80-F028B4DCC3A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40413" y="4320000"/>
                <a:ext cx="1265869" cy="369332"/>
              </a:xfrm>
              <a:prstGeom prst="rect">
                <a:avLst/>
              </a:prstGeom>
              <a:blipFill>
                <a:blip r:embed="rId8"/>
                <a:stretch>
                  <a:fillRect b="-13333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3438289F-9047-5D14-31B7-53AB6C075C72}"/>
                  </a:ext>
                </a:extLst>
              </p:cNvPr>
              <p:cNvSpPr txBox="1"/>
              <p:nvPr/>
            </p:nvSpPr>
            <p:spPr>
              <a:xfrm>
                <a:off x="588723" y="5067271"/>
                <a:ext cx="6926894" cy="110799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GB" sz="2400" noProof="0" dirty="0"/>
                  <a:t>Negative values </a:t>
                </a:r>
                <a14:m>
                  <m:oMath xmlns:m="http://schemas.openxmlformats.org/officeDocument/2006/math">
                    <m:r>
                      <a:rPr lang="en-GB" sz="2400" i="1" noProof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lang="en-GB" sz="2400" noProof="0" dirty="0"/>
                  <a:t> front-loaded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GB" sz="2400" noProof="0" dirty="0"/>
                  <a:t>Positive values </a:t>
                </a:r>
                <a14:m>
                  <m:oMath xmlns:m="http://schemas.openxmlformats.org/officeDocument/2006/math">
                    <m:r>
                      <a:rPr lang="en-GB" sz="2400" i="1" noProof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lang="en-GB" sz="2400" noProof="0" dirty="0"/>
                  <a:t> rear-loaded</a:t>
                </a:r>
              </a:p>
              <a:p>
                <a:endParaRPr lang="en-GB" noProof="0" dirty="0"/>
              </a:p>
            </p:txBody>
          </p:sp>
        </mc:Choice>
        <mc:Fallback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3438289F-9047-5D14-31B7-53AB6C075C7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8723" y="5067271"/>
                <a:ext cx="6926894" cy="1107996"/>
              </a:xfrm>
              <a:prstGeom prst="rect">
                <a:avLst/>
              </a:prstGeom>
              <a:blipFill>
                <a:blip r:embed="rId9"/>
                <a:stretch>
                  <a:fillRect l="-1232" t="-4396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4271607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BDD0C0-8FFA-5C3F-D41F-4232C02E14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114959"/>
            <a:ext cx="10515600" cy="903875"/>
          </a:xfrm>
        </p:spPr>
        <p:txBody>
          <a:bodyPr/>
          <a:lstStyle/>
          <a:p>
            <a:pPr algn="ctr"/>
            <a:r>
              <a:rPr lang="en-GB" noProof="0" dirty="0"/>
              <a:t>TBR: Tritium Breeding Ratio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3A0C59B-68FE-1F36-BC19-656848DA872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35999" y="785921"/>
            <a:ext cx="5760000" cy="43200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74E5B64-74B4-6432-5B9F-952CD144A49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49993" y="902378"/>
            <a:ext cx="5184000" cy="43200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B0730EB6-04AD-F43C-5AFB-539227C55255}"/>
              </a:ext>
            </a:extLst>
          </p:cNvPr>
          <p:cNvSpPr txBox="1"/>
          <p:nvPr/>
        </p:nvSpPr>
        <p:spPr>
          <a:xfrm>
            <a:off x="566781" y="5416286"/>
            <a:ext cx="9922940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GB" sz="2800" noProof="0" dirty="0"/>
              <a:t>Total TBR ~constant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GB" sz="2800" dirty="0"/>
              <a:t>Breeding shifted to back layers if thickness backloaded </a:t>
            </a:r>
            <a:endParaRPr lang="en-GB" sz="2800" noProof="0" dirty="0"/>
          </a:p>
        </p:txBody>
      </p:sp>
    </p:spTree>
    <p:extLst>
      <p:ext uri="{BB962C8B-B14F-4D97-AF65-F5344CB8AC3E}">
        <p14:creationId xmlns:p14="http://schemas.microsoft.com/office/powerpoint/2010/main" val="115599961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21C194-39A0-207C-8F0D-74C171CBD5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140959"/>
            <a:ext cx="10515600" cy="1325563"/>
          </a:xfrm>
        </p:spPr>
        <p:txBody>
          <a:bodyPr/>
          <a:lstStyle/>
          <a:p>
            <a:pPr algn="ctr"/>
            <a:r>
              <a:rPr lang="en-GB" noProof="0" dirty="0"/>
              <a:t>Multiplication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D8A45BBA-2CA2-14C2-0169-216CAEA5A289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336000" y="762916"/>
            <a:ext cx="5760000" cy="4320000"/>
          </a:xfrm>
          <a:prstGeom prst="rect">
            <a:avLst/>
          </a:prstGeom>
        </p:spPr>
      </p:pic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B1B7EC7D-0714-69FC-47D4-7B92742D09B7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6096000" y="974760"/>
            <a:ext cx="5181600" cy="43180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B6A27E72-574F-E548-6B79-51A725B53A2B}"/>
              </a:ext>
            </a:extLst>
          </p:cNvPr>
          <p:cNvSpPr txBox="1"/>
          <p:nvPr/>
        </p:nvSpPr>
        <p:spPr>
          <a:xfrm>
            <a:off x="635791" y="5571864"/>
            <a:ext cx="992294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GB" sz="2800" noProof="0" dirty="0"/>
              <a:t>Multiplication decreases for backloaded configurations</a:t>
            </a:r>
          </a:p>
        </p:txBody>
      </p:sp>
    </p:spTree>
    <p:extLst>
      <p:ext uri="{BB962C8B-B14F-4D97-AF65-F5344CB8AC3E}">
        <p14:creationId xmlns:p14="http://schemas.microsoft.com/office/powerpoint/2010/main" val="19234065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76B124-20D8-E3E1-E1CC-549385918C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C96292-DC22-EA16-A74A-612B8B4DA4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lstStyle/>
          <a:p>
            <a:pPr algn="ctr"/>
            <a:r>
              <a:rPr lang="en-GB" noProof="0" dirty="0"/>
              <a:t>Damage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E01EC858-7BE0-48BC-364B-FEA974113BEB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336000" y="1038963"/>
            <a:ext cx="5760000" cy="4320000"/>
          </a:xfrm>
          <a:prstGeom prst="rect">
            <a:avLst/>
          </a:prstGeom>
        </p:spPr>
      </p:pic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99469859-1C87-FFA0-47AF-95FE31E68CD2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6096000" y="1039963"/>
            <a:ext cx="5181600" cy="431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D1A80DC1-987D-BA97-C87F-AE066B28B93B}"/>
              </a:ext>
            </a:extLst>
          </p:cNvPr>
          <p:cNvSpPr txBox="1"/>
          <p:nvPr/>
        </p:nvSpPr>
        <p:spPr>
          <a:xfrm>
            <a:off x="575094" y="5556427"/>
            <a:ext cx="10186046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GB" sz="2800" noProof="0" dirty="0"/>
              <a:t>Backloaded configurations suffer from greater separator damage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GB" sz="2800" dirty="0"/>
              <a:t>Frontloaded configurations suffer from greater front wall damage</a:t>
            </a:r>
            <a:endParaRPr lang="en-GB" sz="2800" noProof="0" dirty="0"/>
          </a:p>
        </p:txBody>
      </p:sp>
    </p:spTree>
    <p:extLst>
      <p:ext uri="{BB962C8B-B14F-4D97-AF65-F5344CB8AC3E}">
        <p14:creationId xmlns:p14="http://schemas.microsoft.com/office/powerpoint/2010/main" val="29665685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B20BE3-5E2A-F1DC-5C1E-F67932F3F6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7A84AF-FD78-8D8B-6C4C-5F2008E3A6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4784"/>
            <a:ext cx="10515600" cy="875889"/>
          </a:xfrm>
        </p:spPr>
        <p:txBody>
          <a:bodyPr/>
          <a:lstStyle/>
          <a:p>
            <a:pPr algn="ctr"/>
            <a:r>
              <a:rPr lang="en-GB" noProof="0" dirty="0"/>
              <a:t>ML Theory: SOBO-GPR Iteration Loop</a:t>
            </a:r>
          </a:p>
        </p:txBody>
      </p:sp>
      <p:grpSp>
        <p:nvGrpSpPr>
          <p:cNvPr id="50" name="Group 49">
            <a:extLst>
              <a:ext uri="{FF2B5EF4-FFF2-40B4-BE49-F238E27FC236}">
                <a16:creationId xmlns:a16="http://schemas.microsoft.com/office/drawing/2014/main" id="{77AE3A20-BA2C-8AE7-07DC-14D8F8F4D5F2}"/>
              </a:ext>
            </a:extLst>
          </p:cNvPr>
          <p:cNvGrpSpPr/>
          <p:nvPr/>
        </p:nvGrpSpPr>
        <p:grpSpPr>
          <a:xfrm>
            <a:off x="326108" y="1811135"/>
            <a:ext cx="9192319" cy="4452311"/>
            <a:chOff x="-2349875" y="1328056"/>
            <a:chExt cx="9192319" cy="4452311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1686707C-9AD7-C5C5-100E-B6FCF4D8BBEF}"/>
                </a:ext>
              </a:extLst>
            </p:cNvPr>
            <p:cNvSpPr/>
            <p:nvPr/>
          </p:nvSpPr>
          <p:spPr>
            <a:xfrm>
              <a:off x="729343" y="1328056"/>
              <a:ext cx="5241471" cy="696483"/>
            </a:xfrm>
            <a:prstGeom prst="rect">
              <a:avLst/>
            </a:prstGeom>
            <a:solidFill>
              <a:srgbClr val="00B05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noProof="0" dirty="0"/>
                <a:t>Simulated Test Data Pool</a:t>
              </a:r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A0AECF44-4DBC-577C-C292-B96A80525CED}"/>
                </a:ext>
              </a:extLst>
            </p:cNvPr>
            <p:cNvSpPr/>
            <p:nvPr/>
          </p:nvSpPr>
          <p:spPr>
            <a:xfrm>
              <a:off x="729343" y="2578572"/>
              <a:ext cx="2705100" cy="517072"/>
            </a:xfrm>
            <a:prstGeom prst="rect">
              <a:avLst/>
            </a:prstGeom>
            <a:solidFill>
              <a:srgbClr val="7030A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noProof="0" dirty="0"/>
                <a:t>GPR Surrogate Model</a:t>
              </a:r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A4DD3A79-30A7-7EEC-4A75-254CC30170B8}"/>
                </a:ext>
              </a:extLst>
            </p:cNvPr>
            <p:cNvSpPr/>
            <p:nvPr/>
          </p:nvSpPr>
          <p:spPr>
            <a:xfrm>
              <a:off x="729343" y="3940680"/>
              <a:ext cx="2705100" cy="517072"/>
            </a:xfrm>
            <a:prstGeom prst="rect">
              <a:avLst/>
            </a:prstGeom>
            <a:solidFill>
              <a:schemeClr val="accent2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noProof="0" dirty="0"/>
                <a:t>SO Acquisition Function</a:t>
              </a:r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2FC24B42-C3F3-6AF1-5368-74C8901944D0}"/>
                </a:ext>
              </a:extLst>
            </p:cNvPr>
            <p:cNvSpPr/>
            <p:nvPr/>
          </p:nvSpPr>
          <p:spPr>
            <a:xfrm>
              <a:off x="729343" y="5263295"/>
              <a:ext cx="2705100" cy="517072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noProof="0" dirty="0"/>
                <a:t>Selected New Simulation</a:t>
              </a:r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058E2274-AFDB-87F7-82C9-38C2B9304DCB}"/>
                </a:ext>
              </a:extLst>
            </p:cNvPr>
            <p:cNvSpPr/>
            <p:nvPr/>
          </p:nvSpPr>
          <p:spPr>
            <a:xfrm>
              <a:off x="-2349875" y="3160613"/>
              <a:ext cx="2460992" cy="715098"/>
            </a:xfrm>
            <a:prstGeom prst="rect">
              <a:avLst/>
            </a:prstGeom>
            <a:solidFill>
              <a:srgbClr val="9751CB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noProof="0" dirty="0"/>
                <a:t>Approximated Optimum (at this iteration)</a:t>
              </a:r>
            </a:p>
          </p:txBody>
        </p:sp>
        <p:cxnSp>
          <p:nvCxnSpPr>
            <p:cNvPr id="17" name="Connector: Elbow 16">
              <a:extLst>
                <a:ext uri="{FF2B5EF4-FFF2-40B4-BE49-F238E27FC236}">
                  <a16:creationId xmlns:a16="http://schemas.microsoft.com/office/drawing/2014/main" id="{C544D33E-4571-F886-31F3-23E322713E36}"/>
                </a:ext>
              </a:extLst>
            </p:cNvPr>
            <p:cNvCxnSpPr>
              <a:cxnSpLocks/>
            </p:cNvCxnSpPr>
            <p:nvPr/>
          </p:nvCxnSpPr>
          <p:spPr>
            <a:xfrm rot="5400000" flipH="1" flipV="1">
              <a:off x="1131605" y="2198451"/>
              <a:ext cx="3755825" cy="3408003"/>
            </a:xfrm>
            <a:prstGeom prst="bentConnector3">
              <a:avLst>
                <a:gd name="adj1" fmla="val -8186"/>
              </a:avLst>
            </a:prstGeom>
            <a:ln w="38100">
              <a:solidFill>
                <a:srgbClr val="00B0F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Arrow Connector 21">
              <a:extLst>
                <a:ext uri="{FF2B5EF4-FFF2-40B4-BE49-F238E27FC236}">
                  <a16:creationId xmlns:a16="http://schemas.microsoft.com/office/drawing/2014/main" id="{439F9719-89E0-77E5-2802-5D0D66DDA816}"/>
                </a:ext>
              </a:extLst>
            </p:cNvPr>
            <p:cNvCxnSpPr>
              <a:cxnSpLocks/>
            </p:cNvCxnSpPr>
            <p:nvPr/>
          </p:nvCxnSpPr>
          <p:spPr>
            <a:xfrm>
              <a:off x="1305516" y="2024539"/>
              <a:ext cx="0" cy="554033"/>
            </a:xfrm>
            <a:prstGeom prst="straightConnector1">
              <a:avLst/>
            </a:prstGeom>
            <a:ln w="38100">
              <a:solidFill>
                <a:srgbClr val="00B0F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Arrow Connector 22">
              <a:extLst>
                <a:ext uri="{FF2B5EF4-FFF2-40B4-BE49-F238E27FC236}">
                  <a16:creationId xmlns:a16="http://schemas.microsoft.com/office/drawing/2014/main" id="{018579ED-33E4-42BA-2771-7A2F34E8804E}"/>
                </a:ext>
              </a:extLst>
            </p:cNvPr>
            <p:cNvCxnSpPr>
              <a:cxnSpLocks/>
            </p:cNvCxnSpPr>
            <p:nvPr/>
          </p:nvCxnSpPr>
          <p:spPr>
            <a:xfrm>
              <a:off x="1305516" y="3095644"/>
              <a:ext cx="0" cy="845036"/>
            </a:xfrm>
            <a:prstGeom prst="straightConnector1">
              <a:avLst/>
            </a:prstGeom>
            <a:ln w="38100">
              <a:solidFill>
                <a:srgbClr val="00B0F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Arrow Connector 25">
              <a:extLst>
                <a:ext uri="{FF2B5EF4-FFF2-40B4-BE49-F238E27FC236}">
                  <a16:creationId xmlns:a16="http://schemas.microsoft.com/office/drawing/2014/main" id="{5B950772-BB0F-E1CE-7A29-22CEEA9804AE}"/>
                </a:ext>
              </a:extLst>
            </p:cNvPr>
            <p:cNvCxnSpPr>
              <a:cxnSpLocks/>
            </p:cNvCxnSpPr>
            <p:nvPr/>
          </p:nvCxnSpPr>
          <p:spPr>
            <a:xfrm>
              <a:off x="1305516" y="4457752"/>
              <a:ext cx="0" cy="805543"/>
            </a:xfrm>
            <a:prstGeom prst="straightConnector1">
              <a:avLst/>
            </a:prstGeom>
            <a:ln w="38100">
              <a:solidFill>
                <a:srgbClr val="00B0F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C2C62049-07D3-BA81-3276-87835DC021BD}"/>
                </a:ext>
              </a:extLst>
            </p:cNvPr>
            <p:cNvSpPr txBox="1"/>
            <p:nvPr/>
          </p:nvSpPr>
          <p:spPr>
            <a:xfrm>
              <a:off x="1305516" y="4631693"/>
              <a:ext cx="2231314" cy="369332"/>
            </a:xfrm>
            <a:prstGeom prst="rect">
              <a:avLst/>
            </a:prstGeom>
            <a:noFill/>
            <a:ln>
              <a:solidFill>
                <a:srgbClr val="00B0F0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GB" noProof="0" dirty="0"/>
                <a:t>Best region to explore</a:t>
              </a:r>
            </a:p>
          </p:txBody>
        </p: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81FF0969-E338-2A74-5C4C-F75A816E1AA9}"/>
                </a:ext>
              </a:extLst>
            </p:cNvPr>
            <p:cNvSpPr txBox="1"/>
            <p:nvPr/>
          </p:nvSpPr>
          <p:spPr>
            <a:xfrm>
              <a:off x="1305516" y="3290342"/>
              <a:ext cx="3059450" cy="369332"/>
            </a:xfrm>
            <a:prstGeom prst="rect">
              <a:avLst/>
            </a:prstGeom>
            <a:noFill/>
            <a:ln>
              <a:solidFill>
                <a:srgbClr val="00B0F0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GB" noProof="0" dirty="0"/>
                <a:t>Optimal Regions &amp; Uncertainty</a:t>
              </a:r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5DB6B780-BB4F-045A-44A8-00130B313DDC}"/>
                </a:ext>
              </a:extLst>
            </p:cNvPr>
            <p:cNvSpPr txBox="1"/>
            <p:nvPr/>
          </p:nvSpPr>
          <p:spPr>
            <a:xfrm>
              <a:off x="4852415" y="2112904"/>
              <a:ext cx="1990029" cy="147732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noProof="0" dirty="0"/>
                <a:t>Add new test result to pool. </a:t>
              </a:r>
            </a:p>
            <a:p>
              <a:r>
                <a:rPr lang="en-GB" noProof="0" dirty="0"/>
                <a:t>Improves future surrogate model approximations</a:t>
              </a:r>
            </a:p>
          </p:txBody>
        </p:sp>
        <p:cxnSp>
          <p:nvCxnSpPr>
            <p:cNvPr id="35" name="Connector: Elbow 34">
              <a:extLst>
                <a:ext uri="{FF2B5EF4-FFF2-40B4-BE49-F238E27FC236}">
                  <a16:creationId xmlns:a16="http://schemas.microsoft.com/office/drawing/2014/main" id="{05DB01B8-E506-1302-177B-FB9CDA922857}"/>
                </a:ext>
              </a:extLst>
            </p:cNvPr>
            <p:cNvCxnSpPr>
              <a:cxnSpLocks/>
              <a:stCxn id="8" idx="1"/>
              <a:endCxn id="11" idx="3"/>
            </p:cNvCxnSpPr>
            <p:nvPr/>
          </p:nvCxnSpPr>
          <p:spPr>
            <a:xfrm rot="10800000" flipV="1">
              <a:off x="111117" y="2837108"/>
              <a:ext cx="618226" cy="681054"/>
            </a:xfrm>
            <a:prstGeom prst="bentConnector3">
              <a:avLst>
                <a:gd name="adj1" fmla="val 50000"/>
              </a:avLst>
            </a:prstGeom>
            <a:ln w="19050">
              <a:solidFill>
                <a:srgbClr val="7030A0"/>
              </a:solidFill>
              <a:prstDash val="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6" name="TextBox 55">
            <a:extLst>
              <a:ext uri="{FF2B5EF4-FFF2-40B4-BE49-F238E27FC236}">
                <a16:creationId xmlns:a16="http://schemas.microsoft.com/office/drawing/2014/main" id="{8EB3C6F1-40C3-717F-8A93-7D2766DC9CE4}"/>
              </a:ext>
            </a:extLst>
          </p:cNvPr>
          <p:cNvSpPr txBox="1"/>
          <p:nvPr/>
        </p:nvSpPr>
        <p:spPr>
          <a:xfrm>
            <a:off x="9233624" y="5299438"/>
            <a:ext cx="270510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noProof="0" dirty="0">
                <a:solidFill>
                  <a:srgbClr val="FF0000"/>
                </a:solidFill>
              </a:rPr>
              <a:t>SO: </a:t>
            </a:r>
            <a:r>
              <a:rPr lang="en-GB" noProof="0" dirty="0">
                <a:solidFill>
                  <a:srgbClr val="FF0000"/>
                </a:solidFill>
              </a:rPr>
              <a:t>Single-Objective </a:t>
            </a:r>
          </a:p>
          <a:p>
            <a:r>
              <a:rPr lang="en-GB" b="1" noProof="0" dirty="0">
                <a:solidFill>
                  <a:srgbClr val="FF0000"/>
                </a:solidFill>
              </a:rPr>
              <a:t>BO: </a:t>
            </a:r>
            <a:r>
              <a:rPr lang="en-GB" noProof="0" dirty="0">
                <a:solidFill>
                  <a:srgbClr val="FF0000"/>
                </a:solidFill>
              </a:rPr>
              <a:t>Bayesian Optimisation</a:t>
            </a:r>
          </a:p>
          <a:p>
            <a:r>
              <a:rPr lang="en-GB" b="1" noProof="0" dirty="0">
                <a:solidFill>
                  <a:srgbClr val="FF0000"/>
                </a:solidFill>
              </a:rPr>
              <a:t>GPR: </a:t>
            </a:r>
            <a:r>
              <a:rPr lang="en-GB" noProof="0" dirty="0">
                <a:solidFill>
                  <a:srgbClr val="FF0000"/>
                </a:solidFill>
              </a:rPr>
              <a:t>Gaussian Process Regression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83A05A23-75AB-3D02-0E1D-0169FC4E5F99}"/>
              </a:ext>
            </a:extLst>
          </p:cNvPr>
          <p:cNvSpPr txBox="1"/>
          <p:nvPr/>
        </p:nvSpPr>
        <p:spPr>
          <a:xfrm>
            <a:off x="486901" y="839116"/>
            <a:ext cx="1145182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noProof="0" dirty="0"/>
              <a:t>An ML (Bayesian Optimisation) method to run the </a:t>
            </a:r>
            <a:r>
              <a:rPr lang="en-GB" sz="2400" i="1" noProof="0" dirty="0"/>
              <a:t>minimal</a:t>
            </a:r>
            <a:r>
              <a:rPr lang="en-GB" sz="2400" noProof="0" dirty="0"/>
              <a:t> number of simulations for a maximum understanding of a parameter space </a:t>
            </a:r>
          </a:p>
        </p:txBody>
      </p:sp>
    </p:spTree>
    <p:extLst>
      <p:ext uri="{BB962C8B-B14F-4D97-AF65-F5344CB8AC3E}">
        <p14:creationId xmlns:p14="http://schemas.microsoft.com/office/powerpoint/2010/main" val="92950605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709201-97D9-91FB-0B47-C657A61B7A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195532"/>
            <a:ext cx="10515600" cy="1325563"/>
          </a:xfrm>
        </p:spPr>
        <p:txBody>
          <a:bodyPr/>
          <a:lstStyle/>
          <a:p>
            <a:pPr algn="ctr"/>
            <a:r>
              <a:rPr lang="en-GB" noProof="0" dirty="0"/>
              <a:t>ML Testing Examples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4B9C1574-71FB-E1A8-6475-688F3D2F48F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77698" y="957014"/>
            <a:ext cx="4633608" cy="558758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9A67E75-3B69-8BD7-AD39-31DC14C592F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23581" y="957014"/>
            <a:ext cx="4579590" cy="5573505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22023165-4D4A-378B-149A-9F25B55DDDD0}"/>
              </a:ext>
            </a:extLst>
          </p:cNvPr>
          <p:cNvSpPr txBox="1"/>
          <p:nvPr/>
        </p:nvSpPr>
        <p:spPr>
          <a:xfrm>
            <a:off x="5273565" y="5040133"/>
            <a:ext cx="176467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noProof="0" dirty="0"/>
              <a:t>Final Iteration Surrogate Model + Uncertainty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72227BC-AE36-5BA6-1AA8-EF75353A1A92}"/>
              </a:ext>
            </a:extLst>
          </p:cNvPr>
          <p:cNvSpPr txBox="1"/>
          <p:nvPr/>
        </p:nvSpPr>
        <p:spPr>
          <a:xfrm>
            <a:off x="5188219" y="1552185"/>
            <a:ext cx="1935362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noProof="0" dirty="0"/>
              <a:t>Plots of the “true” function to find the maximum of</a:t>
            </a:r>
          </a:p>
          <a:p>
            <a:pPr algn="ctr"/>
            <a:r>
              <a:rPr lang="en-GB" noProof="0" dirty="0"/>
              <a:t>+</a:t>
            </a:r>
          </a:p>
          <a:p>
            <a:r>
              <a:rPr lang="en-GB" noProof="0" dirty="0"/>
              <a:t>Points the Algorithm chose to sample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02C706D1-3EEF-D324-1AA7-116271AB860D}"/>
              </a:ext>
            </a:extLst>
          </p:cNvPr>
          <p:cNvCxnSpPr>
            <a:cxnSpLocks/>
          </p:cNvCxnSpPr>
          <p:nvPr/>
        </p:nvCxnSpPr>
        <p:spPr>
          <a:xfrm>
            <a:off x="6952892" y="5256362"/>
            <a:ext cx="230036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4D136751-3B8D-1AFC-FC10-7134B6D32EDF}"/>
              </a:ext>
            </a:extLst>
          </p:cNvPr>
          <p:cNvCxnSpPr>
            <a:cxnSpLocks/>
          </p:cNvCxnSpPr>
          <p:nvPr/>
        </p:nvCxnSpPr>
        <p:spPr>
          <a:xfrm flipH="1">
            <a:off x="4957313" y="5497902"/>
            <a:ext cx="230906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28206874-9861-5A08-F1CB-4C80FD6788C9}"/>
              </a:ext>
            </a:extLst>
          </p:cNvPr>
          <p:cNvCxnSpPr/>
          <p:nvPr/>
        </p:nvCxnSpPr>
        <p:spPr>
          <a:xfrm flipV="1">
            <a:off x="6780362" y="3249283"/>
            <a:ext cx="943155" cy="12077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27DCF0DD-F4C4-C6F1-3623-53C5DCA2C2A2}"/>
              </a:ext>
            </a:extLst>
          </p:cNvPr>
          <p:cNvCxnSpPr>
            <a:cxnSpLocks/>
          </p:cNvCxnSpPr>
          <p:nvPr/>
        </p:nvCxnSpPr>
        <p:spPr>
          <a:xfrm flipH="1">
            <a:off x="4019909" y="3249283"/>
            <a:ext cx="1115683" cy="17971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7626300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FA886C-409F-42D2-58AA-8776038F3A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89B6BB-F5FF-98C8-493A-345BBF21A6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195532"/>
            <a:ext cx="10515600" cy="1325563"/>
          </a:xfrm>
        </p:spPr>
        <p:txBody>
          <a:bodyPr/>
          <a:lstStyle/>
          <a:p>
            <a:pPr algn="ctr"/>
            <a:r>
              <a:rPr lang="en-GB" noProof="0" dirty="0"/>
              <a:t>Acquisition Function Tuning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2B78006D-9491-C487-9B31-A5982760C52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849"/>
          <a:stretch>
            <a:fillRect/>
          </a:stretch>
        </p:blipFill>
        <p:spPr>
          <a:xfrm>
            <a:off x="576079" y="999085"/>
            <a:ext cx="5353306" cy="4644379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23A5A8D6-E115-934F-EFB4-9E35FF72B30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602"/>
          <a:stretch>
            <a:fillRect/>
          </a:stretch>
        </p:blipFill>
        <p:spPr>
          <a:xfrm>
            <a:off x="6561988" y="1116170"/>
            <a:ext cx="5149117" cy="4527294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DB9DE7F7-86B5-A09C-D5B5-18FB3AC706F7}"/>
              </a:ext>
            </a:extLst>
          </p:cNvPr>
          <p:cNvSpPr txBox="1"/>
          <p:nvPr/>
        </p:nvSpPr>
        <p:spPr>
          <a:xfrm>
            <a:off x="1223780" y="5643464"/>
            <a:ext cx="366334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b="1" noProof="0" dirty="0"/>
              <a:t>“Greedy” tuning:</a:t>
            </a:r>
          </a:p>
          <a:p>
            <a:r>
              <a:rPr lang="en-GB" noProof="0" dirty="0"/>
              <a:t>Search for peaks in regions that we have historically performed well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8E2C0E5-C285-A2EC-4A1C-CC86F83A01DE}"/>
              </a:ext>
            </a:extLst>
          </p:cNvPr>
          <p:cNvSpPr txBox="1"/>
          <p:nvPr/>
        </p:nvSpPr>
        <p:spPr>
          <a:xfrm>
            <a:off x="7304871" y="5643464"/>
            <a:ext cx="366334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b="1" noProof="0" dirty="0"/>
              <a:t>Explorative tuning:</a:t>
            </a:r>
          </a:p>
          <a:p>
            <a:r>
              <a:rPr lang="en-GB" noProof="0" dirty="0"/>
              <a:t>Explore the wider parameter space to hunt for “hidden” peaks</a:t>
            </a:r>
          </a:p>
        </p:txBody>
      </p:sp>
    </p:spTree>
    <p:extLst>
      <p:ext uri="{BB962C8B-B14F-4D97-AF65-F5344CB8AC3E}">
        <p14:creationId xmlns:p14="http://schemas.microsoft.com/office/powerpoint/2010/main" val="242361733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30B248-F61A-9592-D3B9-3A0C452B10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66227"/>
            <a:ext cx="10515600" cy="777800"/>
          </a:xfrm>
        </p:spPr>
        <p:txBody>
          <a:bodyPr>
            <a:normAutofit/>
          </a:bodyPr>
          <a:lstStyle/>
          <a:p>
            <a:pPr algn="ctr"/>
            <a:r>
              <a:rPr lang="en-GB" noProof="0" dirty="0"/>
              <a:t>Optimal Configurations from BO studies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2C73FECB-C572-51C7-53BC-1ED3ED53BBFB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1148751" y="944027"/>
            <a:ext cx="9289211" cy="4598432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6B9A4A13-3D51-4BD3-A512-8D1E19CB80BC}"/>
              </a:ext>
            </a:extLst>
          </p:cNvPr>
          <p:cNvSpPr txBox="1"/>
          <p:nvPr/>
        </p:nvSpPr>
        <p:spPr>
          <a:xfrm>
            <a:off x="563593" y="5673928"/>
            <a:ext cx="11300604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400" noProof="0" dirty="0"/>
              <a:t>The optimiser consistently attempted to maximise breeder </a:t>
            </a:r>
            <a:r>
              <a:rPr lang="en-GB" sz="2400" noProof="0" dirty="0" err="1"/>
              <a:t>thicknes</a:t>
            </a:r>
            <a:r>
              <a:rPr lang="en-GB" sz="2400" dirty="0"/>
              <a:t>s (front first) and minimise coolant thickness (front first).</a:t>
            </a:r>
            <a:endParaRPr lang="en-GB" sz="2400" noProof="0" dirty="0"/>
          </a:p>
        </p:txBody>
      </p:sp>
    </p:spTree>
    <p:extLst>
      <p:ext uri="{BB962C8B-B14F-4D97-AF65-F5344CB8AC3E}">
        <p14:creationId xmlns:p14="http://schemas.microsoft.com/office/powerpoint/2010/main" val="300519239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CEDF99-FF35-3D56-4C78-E612487F89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8469"/>
            <a:ext cx="10515600" cy="802671"/>
          </a:xfrm>
        </p:spPr>
        <p:txBody>
          <a:bodyPr/>
          <a:lstStyle/>
          <a:p>
            <a:pPr algn="ctr"/>
            <a:r>
              <a:rPr lang="en-GB" noProof="0" dirty="0"/>
              <a:t>ML Parameter Sensitivity</a:t>
            </a:r>
          </a:p>
        </p:txBody>
      </p:sp>
      <p:pic>
        <p:nvPicPr>
          <p:cNvPr id="13" name="Content Placeholder 12">
            <a:extLst>
              <a:ext uri="{FF2B5EF4-FFF2-40B4-BE49-F238E27FC236}">
                <a16:creationId xmlns:a16="http://schemas.microsoft.com/office/drawing/2014/main" id="{659B1177-8152-074A-CEF9-77FE1E2FFFB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81404" y="1118158"/>
            <a:ext cx="3768465" cy="2596330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45A131BE-0662-4771-63B1-B4A36CA6DBE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00965" y="1118158"/>
            <a:ext cx="3883804" cy="2596331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FD2FAFB9-FED7-2BA2-B26B-ACECAABE82E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00965" y="3797900"/>
            <a:ext cx="3786315" cy="2596330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458EAE07-C5C1-59FC-B31C-424209A9AA4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5355" y="3848310"/>
            <a:ext cx="3834514" cy="259633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2051487C-F47F-DE39-8C03-7A22AE24D139}"/>
              </a:ext>
            </a:extLst>
          </p:cNvPr>
          <p:cNvSpPr txBox="1"/>
          <p:nvPr/>
        </p:nvSpPr>
        <p:spPr>
          <a:xfrm>
            <a:off x="8287109" y="1182691"/>
            <a:ext cx="3589536" cy="48628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400" noProof="0" dirty="0"/>
              <a:t>2D parameter sensitivity plots</a:t>
            </a:r>
          </a:p>
          <a:p>
            <a:pPr marL="742950" lvl="1" indent="-28575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GB" sz="2000" dirty="0"/>
              <a:t>Offers deeper physical understanding</a:t>
            </a:r>
            <a:endParaRPr lang="en-GB" sz="2000" noProof="0" dirty="0"/>
          </a:p>
          <a:p>
            <a:pPr marL="285750" indent="-28575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GB" sz="2400" noProof="0" dirty="0"/>
              <a:t>Compared B1 TBR contribution to other layers</a:t>
            </a:r>
          </a:p>
          <a:p>
            <a:pPr marL="285750" indent="-28575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GB" sz="2400" noProof="0" dirty="0"/>
              <a:t>Front layers are more impactful than rear layers</a:t>
            </a:r>
          </a:p>
          <a:p>
            <a:pPr marL="285750" indent="-28575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GB" sz="2400" dirty="0"/>
              <a:t>Demonstrates a clear “corner solution”.</a:t>
            </a:r>
            <a:endParaRPr lang="en-GB" sz="2400" noProof="0" dirty="0"/>
          </a:p>
        </p:txBody>
      </p:sp>
    </p:spTree>
    <p:extLst>
      <p:ext uri="{BB962C8B-B14F-4D97-AF65-F5344CB8AC3E}">
        <p14:creationId xmlns:p14="http://schemas.microsoft.com/office/powerpoint/2010/main" val="327639943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6D9F0F-758F-AE90-63C0-0B03EF3D41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67359"/>
            <a:ext cx="10515600" cy="951841"/>
          </a:xfrm>
        </p:spPr>
        <p:txBody>
          <a:bodyPr/>
          <a:lstStyle/>
          <a:p>
            <a:pPr algn="ctr"/>
            <a:r>
              <a:rPr lang="en-GB" noProof="0" dirty="0"/>
              <a:t>Conclusions </a:t>
            </a:r>
            <a:r>
              <a:rPr lang="en-GB" noProof="0" dirty="0">
                <a:sym typeface="Wingdings" panose="05000000000000000000" pitchFamily="2" charset="2"/>
              </a:rPr>
              <a:t> Next Steps</a:t>
            </a:r>
            <a:endParaRPr lang="en-GB" noProof="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C48450-8691-1A4F-B166-6FC870DC27F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3336" y="1446062"/>
            <a:ext cx="11145328" cy="4977742"/>
          </a:xfrm>
        </p:spPr>
        <p:txBody>
          <a:bodyPr>
            <a:normAutofit/>
          </a:bodyPr>
          <a:lstStyle/>
          <a:p>
            <a:r>
              <a:rPr lang="en-GB" b="1" dirty="0"/>
              <a:t>Optimal Design for TBR maximisation Clear: </a:t>
            </a:r>
          </a:p>
          <a:p>
            <a:pPr lvl="1"/>
            <a:r>
              <a:rPr lang="en-GB" noProof="0" dirty="0"/>
              <a:t>Maximise breeder and minimise coolants</a:t>
            </a:r>
            <a:endParaRPr lang="en-GB" dirty="0"/>
          </a:p>
          <a:p>
            <a:r>
              <a:rPr lang="en-GB" b="1" dirty="0"/>
              <a:t>Broaden study to investigate other materials</a:t>
            </a:r>
          </a:p>
          <a:p>
            <a:pPr lvl="1"/>
            <a:r>
              <a:rPr lang="en-GB" dirty="0"/>
              <a:t>Optimal results could be vary</a:t>
            </a:r>
            <a:endParaRPr lang="en-GB" b="1" dirty="0"/>
          </a:p>
          <a:p>
            <a:r>
              <a:rPr lang="en-GB" b="1" dirty="0"/>
              <a:t>Necessitates Holistic Study to balance other Parameters</a:t>
            </a:r>
          </a:p>
          <a:p>
            <a:pPr lvl="1"/>
            <a:r>
              <a:rPr lang="en-GB" dirty="0"/>
              <a:t>Heat extraction</a:t>
            </a:r>
          </a:p>
          <a:p>
            <a:pPr lvl="1"/>
            <a:r>
              <a:rPr lang="en-GB" dirty="0"/>
              <a:t>Material Damage</a:t>
            </a:r>
          </a:p>
          <a:p>
            <a:pPr lvl="1"/>
            <a:r>
              <a:rPr lang="en-GB" dirty="0"/>
              <a:t>Thickness / cost</a:t>
            </a:r>
          </a:p>
          <a:p>
            <a:r>
              <a:rPr lang="en-GB" b="1" dirty="0"/>
              <a:t>SOBO-GPR Algorithm could support this research</a:t>
            </a:r>
          </a:p>
          <a:p>
            <a:pPr lvl="1"/>
            <a:r>
              <a:rPr lang="en-GB" dirty="0"/>
              <a:t>Modular to different materials &amp; simulation functions</a:t>
            </a:r>
          </a:p>
          <a:p>
            <a:pPr lvl="1"/>
            <a:r>
              <a:rPr lang="en-GB" dirty="0"/>
              <a:t>Multi-Objective Optimisation could be implemented to balance other parameters</a:t>
            </a:r>
          </a:p>
          <a:p>
            <a:endParaRPr lang="en-GB" dirty="0"/>
          </a:p>
          <a:p>
            <a:endParaRPr lang="en-GB" b="1" dirty="0"/>
          </a:p>
        </p:txBody>
      </p:sp>
    </p:spTree>
    <p:extLst>
      <p:ext uri="{BB962C8B-B14F-4D97-AF65-F5344CB8AC3E}">
        <p14:creationId xmlns:p14="http://schemas.microsoft.com/office/powerpoint/2010/main" val="167863526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42C02E-68D4-8773-E332-C797A168C8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66218"/>
            <a:ext cx="10515600" cy="1325563"/>
          </a:xfrm>
        </p:spPr>
        <p:txBody>
          <a:bodyPr/>
          <a:lstStyle/>
          <a:p>
            <a:pPr algn="ctr"/>
            <a:r>
              <a:rPr lang="en-GB" noProof="0" dirty="0"/>
              <a:t>BACKUP SLIDES</a:t>
            </a:r>
          </a:p>
        </p:txBody>
      </p:sp>
    </p:spTree>
    <p:extLst>
      <p:ext uri="{BB962C8B-B14F-4D97-AF65-F5344CB8AC3E}">
        <p14:creationId xmlns:p14="http://schemas.microsoft.com/office/powerpoint/2010/main" val="291886163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974A7E-2DCF-6602-5D4A-DB56983F0D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 noProof="0" dirty="0"/>
              <a:t>Scattering vs Absorption Zeta Sweeps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278CDB1F-5EEC-C07E-2AFE-B011346CE0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1456822"/>
            <a:ext cx="5851874" cy="4388906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2BD325F2-63ED-39C3-BD72-3A662E18E8C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8712" y="1456822"/>
            <a:ext cx="5851874" cy="4388906"/>
          </a:xfrm>
          <a:prstGeom prst="rect">
            <a:avLst/>
          </a:prstGeom>
        </p:spPr>
      </p:pic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000B008E-A429-B2F6-8CE5-524859D36DC3}"/>
              </a:ext>
            </a:extLst>
          </p:cNvPr>
          <p:cNvCxnSpPr>
            <a:cxnSpLocks/>
          </p:cNvCxnSpPr>
          <p:nvPr/>
        </p:nvCxnSpPr>
        <p:spPr>
          <a:xfrm flipH="1" flipV="1">
            <a:off x="5365630" y="4991819"/>
            <a:ext cx="362310" cy="1259456"/>
          </a:xfrm>
          <a:prstGeom prst="straightConnector1">
            <a:avLst/>
          </a:prstGeom>
          <a:ln w="28575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697C3F13-4AFC-863D-FB6C-F2C519C5ADFA}"/>
              </a:ext>
            </a:extLst>
          </p:cNvPr>
          <p:cNvCxnSpPr>
            <a:cxnSpLocks/>
            <a:stCxn id="23" idx="3"/>
          </p:cNvCxnSpPr>
          <p:nvPr/>
        </p:nvCxnSpPr>
        <p:spPr>
          <a:xfrm flipV="1">
            <a:off x="9719793" y="5239109"/>
            <a:ext cx="1395326" cy="1260093"/>
          </a:xfrm>
          <a:prstGeom prst="straightConnector1">
            <a:avLst/>
          </a:prstGeom>
          <a:ln w="28575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2251E951-92C0-307D-54F1-80EEFF0E26DE}"/>
              </a:ext>
            </a:extLst>
          </p:cNvPr>
          <p:cNvSpPr txBox="1"/>
          <p:nvPr/>
        </p:nvSpPr>
        <p:spPr>
          <a:xfrm>
            <a:off x="4635260" y="6314536"/>
            <a:ext cx="50845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noProof="0" dirty="0"/>
              <a:t>Backloaded: Higher scattering but lower Absorption</a:t>
            </a:r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B259E688-651F-CBA8-993C-DA99665BE503}"/>
              </a:ext>
            </a:extLst>
          </p:cNvPr>
          <p:cNvCxnSpPr>
            <a:cxnSpLocks/>
            <a:stCxn id="23" idx="3"/>
          </p:cNvCxnSpPr>
          <p:nvPr/>
        </p:nvCxnSpPr>
        <p:spPr>
          <a:xfrm flipV="1">
            <a:off x="9719793" y="4899804"/>
            <a:ext cx="1497711" cy="1599398"/>
          </a:xfrm>
          <a:prstGeom prst="straightConnector1">
            <a:avLst/>
          </a:prstGeom>
          <a:ln w="28575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6644683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5A3634-C266-F68E-0A9C-717067D70C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DDF953-4536-9F60-4FF0-9488CF8891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 noProof="0" dirty="0"/>
              <a:t>Scattering &amp; Absorption Heat Maps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CC6D808-D0D4-933E-023B-F79E7B9D079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08629" y="1690688"/>
            <a:ext cx="5011536" cy="417628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B94681D-8B85-D174-6499-EE0DC47E199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7623" y="1690688"/>
            <a:ext cx="5011536" cy="4176280"/>
          </a:xfrm>
          <a:prstGeom prst="rect">
            <a:avLst/>
          </a:prstGeom>
        </p:spPr>
      </p:pic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F4ABFECA-748F-A468-E440-69C8884F28A2}"/>
              </a:ext>
            </a:extLst>
          </p:cNvPr>
          <p:cNvCxnSpPr>
            <a:cxnSpLocks/>
          </p:cNvCxnSpPr>
          <p:nvPr/>
        </p:nvCxnSpPr>
        <p:spPr>
          <a:xfrm flipH="1" flipV="1">
            <a:off x="2823713" y="4014158"/>
            <a:ext cx="2150853" cy="2127850"/>
          </a:xfrm>
          <a:prstGeom prst="straightConnector1">
            <a:avLst/>
          </a:prstGeom>
          <a:ln w="28575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F127E14E-930E-E30C-D1AE-8EC3947D9EC9}"/>
              </a:ext>
            </a:extLst>
          </p:cNvPr>
          <p:cNvSpPr txBox="1"/>
          <p:nvPr/>
        </p:nvSpPr>
        <p:spPr>
          <a:xfrm>
            <a:off x="4307457" y="6211019"/>
            <a:ext cx="3657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noProof="0" dirty="0"/>
              <a:t>Also have bright peaks in separators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4BB01495-0AF8-B2DA-92C3-49B76C1ABFFA}"/>
              </a:ext>
            </a:extLst>
          </p:cNvPr>
          <p:cNvCxnSpPr>
            <a:cxnSpLocks/>
          </p:cNvCxnSpPr>
          <p:nvPr/>
        </p:nvCxnSpPr>
        <p:spPr>
          <a:xfrm flipV="1">
            <a:off x="7079411" y="4284453"/>
            <a:ext cx="1115683" cy="1857555"/>
          </a:xfrm>
          <a:prstGeom prst="straightConnector1">
            <a:avLst/>
          </a:prstGeom>
          <a:ln w="28575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3519614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C3A211-8AF0-B099-8632-90B84CD779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1D51C7-AC26-F7B3-E0A1-5C17F6ED18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 noProof="0" dirty="0"/>
              <a:t>Total Neutron Flux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202CE2F-E605-571D-135A-D39EC858C5C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48332" y="1487589"/>
            <a:ext cx="5410559" cy="450879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9C20956-0F35-851D-9D17-4C86BFE314A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7806" y="1487589"/>
            <a:ext cx="5628194" cy="42211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804261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EB849A-DBD2-C1D1-56E6-8328F9E185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5D8AD3-CBB8-16DA-6A13-9B15B4192D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 noProof="0" dirty="0"/>
              <a:t>Heating per Source Neutron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48A8987-5835-99E3-0D9B-8A2F9C57D7C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4126" y="1493887"/>
            <a:ext cx="5851874" cy="438890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1A422E15-D374-977B-B419-38FCE61C876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1493887"/>
            <a:ext cx="5465808" cy="45548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509678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C13DDC-6489-F0F1-20F5-4C5CFE41AC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7217BD-4E9A-8C35-6B1F-168B57FB1A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 noProof="0" dirty="0"/>
              <a:t>Damage Energy Zeta Sweep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ABE9789-61A5-3DE0-58BF-03F7FC7934D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70063" y="1602608"/>
            <a:ext cx="5851874" cy="43889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671419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17DC27-AC29-C4C6-66A5-3D129489ED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CEAD84-244B-0090-F113-752E81BD12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 noProof="0" dirty="0"/>
              <a:t>Layer-wise Heterogeneous TBR vs. Thickness</a:t>
            </a:r>
          </a:p>
        </p:txBody>
      </p:sp>
      <p:pic>
        <p:nvPicPr>
          <p:cNvPr id="4" name="Picture 3" descr="The image appears to be a graph or chart displaying values, possibly representing some kind of measurement across different thicknesses of a material, with thicknesses ranging from 300mm to 900mm.&#10;&#10;AI-generated content may be incorrect.">
            <a:extLst>
              <a:ext uri="{FF2B5EF4-FFF2-40B4-BE49-F238E27FC236}">
                <a16:creationId xmlns:a16="http://schemas.microsoft.com/office/drawing/2014/main" id="{2D8D3FE9-4881-BA8C-4B21-28E8C8AE7C6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70063" y="1690688"/>
            <a:ext cx="5851874" cy="43889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411516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509</Words>
  <Application>Microsoft Office PowerPoint</Application>
  <PresentationFormat>Widescreen</PresentationFormat>
  <Paragraphs>94</Paragraphs>
  <Slides>21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7" baseType="lpstr">
      <vt:lpstr>Arial</vt:lpstr>
      <vt:lpstr>Calibri</vt:lpstr>
      <vt:lpstr>Calibri Light</vt:lpstr>
      <vt:lpstr>Cambria Math</vt:lpstr>
      <vt:lpstr>Wingdings</vt:lpstr>
      <vt:lpstr>Office Theme</vt:lpstr>
      <vt:lpstr>Optimising Breeder Blanket Design for Fusion Reactors</vt:lpstr>
      <vt:lpstr>Project Introduction and Overview </vt:lpstr>
      <vt:lpstr>Blanket Design</vt:lpstr>
      <vt:lpstr>Heterogeneous Effects</vt:lpstr>
      <vt:lpstr>Linear Gradient Thickness Constraint</vt:lpstr>
      <vt:lpstr>TBR: Tritium Breeding Ratio</vt:lpstr>
      <vt:lpstr>Multiplication</vt:lpstr>
      <vt:lpstr>Damage</vt:lpstr>
      <vt:lpstr>ML Theory: SOBO-GPR Iteration Loop</vt:lpstr>
      <vt:lpstr>ML Testing Examples</vt:lpstr>
      <vt:lpstr>Acquisition Function Tuning</vt:lpstr>
      <vt:lpstr>Optimal Configurations from BO studies</vt:lpstr>
      <vt:lpstr>ML Parameter Sensitivity</vt:lpstr>
      <vt:lpstr>Conclusions  Next Steps</vt:lpstr>
      <vt:lpstr>BACKUP SLIDES</vt:lpstr>
      <vt:lpstr>Scattering vs Absorption Zeta Sweeps</vt:lpstr>
      <vt:lpstr>Scattering &amp; Absorption Heat Maps</vt:lpstr>
      <vt:lpstr>Total Neutron Flux</vt:lpstr>
      <vt:lpstr>Heating per Source Neutron</vt:lpstr>
      <vt:lpstr>Damage Energy Zeta Sweep</vt:lpstr>
      <vt:lpstr>Layer-wise Heterogeneous TBR vs. Thickness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Rhodri Peters</dc:creator>
  <cp:lastModifiedBy>Vadan Khan</cp:lastModifiedBy>
  <cp:revision>1</cp:revision>
  <dcterms:created xsi:type="dcterms:W3CDTF">2026-04-19T14:04:36Z</dcterms:created>
  <dcterms:modified xsi:type="dcterms:W3CDTF">2026-05-07T11:02:40Z</dcterms:modified>
</cp:coreProperties>
</file>