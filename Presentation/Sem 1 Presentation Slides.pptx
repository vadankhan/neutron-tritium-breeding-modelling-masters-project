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8" r:id="rId9"/>
    <p:sldId id="265" r:id="rId10"/>
    <p:sldId id="266" r:id="rId11"/>
    <p:sldId id="269" r:id="rId12"/>
    <p:sldId id="270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A54"/>
    <a:srgbClr val="00D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36F6B6-F983-43BC-8A5C-6DFAACE0BD11}" v="105" dt="2025-12-25T10:43:54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91"/>
  </p:normalViewPr>
  <p:slideViewPr>
    <p:cSldViewPr snapToGrid="0">
      <p:cViewPr>
        <p:scale>
          <a:sx n="75" d="100"/>
          <a:sy n="75" d="100"/>
        </p:scale>
        <p:origin x="549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odri Peters" userId="9be91b06a21c2610" providerId="LiveId" clId="{4E7321AD-6009-5851-BEA7-B24376F24670}"/>
    <pc:docChg chg="undo custSel addSld delSld modSld">
      <pc:chgData name="Rhodri Peters" userId="9be91b06a21c2610" providerId="LiveId" clId="{4E7321AD-6009-5851-BEA7-B24376F24670}" dt="2025-12-11T08:59:41.149" v="2172" actId="208"/>
      <pc:docMkLst>
        <pc:docMk/>
      </pc:docMkLst>
      <pc:sldChg chg="addSp delSp modSp mod">
        <pc:chgData name="Rhodri Peters" userId="9be91b06a21c2610" providerId="LiveId" clId="{4E7321AD-6009-5851-BEA7-B24376F24670}" dt="2025-12-11T08:44:57.953" v="2072"/>
        <pc:sldMkLst>
          <pc:docMk/>
          <pc:sldMk cId="1095061314" sldId="256"/>
        </pc:sldMkLst>
        <pc:spChg chg="mod">
          <ac:chgData name="Rhodri Peters" userId="9be91b06a21c2610" providerId="LiveId" clId="{4E7321AD-6009-5851-BEA7-B24376F24670}" dt="2025-12-10T07:51:41.044" v="822" actId="20577"/>
          <ac:spMkLst>
            <pc:docMk/>
            <pc:sldMk cId="1095061314" sldId="256"/>
            <ac:spMk id="2" creationId="{D01F662F-473D-C5D3-05C2-52912B3EF9AD}"/>
          </ac:spMkLst>
        </pc:spChg>
        <pc:spChg chg="mod">
          <ac:chgData name="Rhodri Peters" userId="9be91b06a21c2610" providerId="LiveId" clId="{4E7321AD-6009-5851-BEA7-B24376F24670}" dt="2025-12-10T07:50:08.663" v="748"/>
          <ac:spMkLst>
            <pc:docMk/>
            <pc:sldMk cId="1095061314" sldId="256"/>
            <ac:spMk id="3" creationId="{4510AEF7-B3F0-3B4C-E293-DAEDEC53F31B}"/>
          </ac:spMkLst>
        </pc:spChg>
      </pc:sldChg>
      <pc:sldChg chg="addSp modSp mod">
        <pc:chgData name="Rhodri Peters" userId="9be91b06a21c2610" providerId="LiveId" clId="{4E7321AD-6009-5851-BEA7-B24376F24670}" dt="2025-12-10T08:11:24.623" v="1172" actId="404"/>
        <pc:sldMkLst>
          <pc:docMk/>
          <pc:sldMk cId="2494174280" sldId="257"/>
        </pc:sldMkLst>
        <pc:spChg chg="mod">
          <ac:chgData name="Rhodri Peters" userId="9be91b06a21c2610" providerId="LiveId" clId="{4E7321AD-6009-5851-BEA7-B24376F24670}" dt="2025-12-10T07:50:08.663" v="748"/>
          <ac:spMkLst>
            <pc:docMk/>
            <pc:sldMk cId="2494174280" sldId="257"/>
            <ac:spMk id="2" creationId="{337112DA-B163-9B22-A86E-0B9AC25CAF58}"/>
          </ac:spMkLst>
        </pc:spChg>
        <pc:spChg chg="mod">
          <ac:chgData name="Rhodri Peters" userId="9be91b06a21c2610" providerId="LiveId" clId="{4E7321AD-6009-5851-BEA7-B24376F24670}" dt="2025-12-10T08:11:24.623" v="1172" actId="404"/>
          <ac:spMkLst>
            <pc:docMk/>
            <pc:sldMk cId="2494174280" sldId="257"/>
            <ac:spMk id="3" creationId="{98C9D2A7-1D0F-E868-775E-7E1087EA6A27}"/>
          </ac:spMkLst>
        </pc:spChg>
        <pc:spChg chg="add mod">
          <ac:chgData name="Rhodri Peters" userId="9be91b06a21c2610" providerId="LiveId" clId="{4E7321AD-6009-5851-BEA7-B24376F24670}" dt="2025-12-10T07:59:41.850" v="880"/>
          <ac:spMkLst>
            <pc:docMk/>
            <pc:sldMk cId="2494174280" sldId="257"/>
            <ac:spMk id="7" creationId="{D3F29B43-BCB6-7FF2-EFB1-E1540DC804C4}"/>
          </ac:spMkLst>
        </pc:spChg>
        <pc:picChg chg="add mod">
          <ac:chgData name="Rhodri Peters" userId="9be91b06a21c2610" providerId="LiveId" clId="{4E7321AD-6009-5851-BEA7-B24376F24670}" dt="2025-12-10T08:03:01.627" v="1053" actId="1076"/>
          <ac:picMkLst>
            <pc:docMk/>
            <pc:sldMk cId="2494174280" sldId="257"/>
            <ac:picMk id="1026" creationId="{AC3CBC30-4865-5A3D-C100-E1D82A883AB2}"/>
          </ac:picMkLst>
        </pc:picChg>
      </pc:sldChg>
      <pc:sldChg chg="addSp modSp mod">
        <pc:chgData name="Rhodri Peters" userId="9be91b06a21c2610" providerId="LiveId" clId="{4E7321AD-6009-5851-BEA7-B24376F24670}" dt="2025-12-10T08:19:37.789" v="1485" actId="403"/>
        <pc:sldMkLst>
          <pc:docMk/>
          <pc:sldMk cId="3929553163" sldId="258"/>
        </pc:sldMkLst>
        <pc:spChg chg="mod">
          <ac:chgData name="Rhodri Peters" userId="9be91b06a21c2610" providerId="LiveId" clId="{4E7321AD-6009-5851-BEA7-B24376F24670}" dt="2025-12-10T07:50:08.663" v="748"/>
          <ac:spMkLst>
            <pc:docMk/>
            <pc:sldMk cId="3929553163" sldId="258"/>
            <ac:spMk id="2" creationId="{922658D7-1496-9727-BDCB-977D78D046E9}"/>
          </ac:spMkLst>
        </pc:spChg>
        <pc:spChg chg="mod">
          <ac:chgData name="Rhodri Peters" userId="9be91b06a21c2610" providerId="LiveId" clId="{4E7321AD-6009-5851-BEA7-B24376F24670}" dt="2025-12-10T08:19:37.789" v="1485" actId="403"/>
          <ac:spMkLst>
            <pc:docMk/>
            <pc:sldMk cId="3929553163" sldId="258"/>
            <ac:spMk id="3" creationId="{01B47AFC-36A4-9D9C-D04F-CEEF55DB5BB7}"/>
          </ac:spMkLst>
        </pc:spChg>
        <pc:spChg chg="add mod">
          <ac:chgData name="Rhodri Peters" userId="9be91b06a21c2610" providerId="LiveId" clId="{4E7321AD-6009-5851-BEA7-B24376F24670}" dt="2025-12-10T08:15:25.296" v="1346"/>
          <ac:spMkLst>
            <pc:docMk/>
            <pc:sldMk cId="3929553163" sldId="258"/>
            <ac:spMk id="6" creationId="{24C39A47-14D0-6FE8-F8EF-8E3416A959F4}"/>
          </ac:spMkLst>
        </pc:spChg>
      </pc:sldChg>
      <pc:sldChg chg="addSp delSp modSp mod">
        <pc:chgData name="Rhodri Peters" userId="9be91b06a21c2610" providerId="LiveId" clId="{4E7321AD-6009-5851-BEA7-B24376F24670}" dt="2025-12-10T17:27:12.771" v="2044"/>
        <pc:sldMkLst>
          <pc:docMk/>
          <pc:sldMk cId="3531299769" sldId="259"/>
        </pc:sldMkLst>
        <pc:spChg chg="mod">
          <ac:chgData name="Rhodri Peters" userId="9be91b06a21c2610" providerId="LiveId" clId="{4E7321AD-6009-5851-BEA7-B24376F24670}" dt="2025-12-10T07:50:08.663" v="748"/>
          <ac:spMkLst>
            <pc:docMk/>
            <pc:sldMk cId="3531299769" sldId="259"/>
            <ac:spMk id="2" creationId="{999DAF9D-AD50-8B62-2F19-226777C32C64}"/>
          </ac:spMkLst>
        </pc:spChg>
        <pc:spChg chg="mod">
          <ac:chgData name="Rhodri Peters" userId="9be91b06a21c2610" providerId="LiveId" clId="{4E7321AD-6009-5851-BEA7-B24376F24670}" dt="2025-12-10T17:25:45.373" v="2042"/>
          <ac:spMkLst>
            <pc:docMk/>
            <pc:sldMk cId="3531299769" sldId="259"/>
            <ac:spMk id="3" creationId="{B1529B84-81C6-07B4-7F18-495B324B4D91}"/>
          </ac:spMkLst>
        </pc:spChg>
        <pc:spChg chg="add mod">
          <ac:chgData name="Rhodri Peters" userId="9be91b06a21c2610" providerId="LiveId" clId="{4E7321AD-6009-5851-BEA7-B24376F24670}" dt="2025-12-10T17:27:12.771" v="2044"/>
          <ac:spMkLst>
            <pc:docMk/>
            <pc:sldMk cId="3531299769" sldId="259"/>
            <ac:spMk id="6" creationId="{B3E9444B-ACBB-9005-5E08-92FF62D555F2}"/>
          </ac:spMkLst>
        </pc:spChg>
      </pc:sldChg>
      <pc:sldChg chg="addSp delSp modSp mod">
        <pc:chgData name="Rhodri Peters" userId="9be91b06a21c2610" providerId="LiveId" clId="{4E7321AD-6009-5851-BEA7-B24376F24670}" dt="2025-12-11T08:50:51.398" v="2073" actId="14100"/>
        <pc:sldMkLst>
          <pc:docMk/>
          <pc:sldMk cId="1005480327" sldId="260"/>
        </pc:sldMkLst>
        <pc:spChg chg="mod">
          <ac:chgData name="Rhodri Peters" userId="9be91b06a21c2610" providerId="LiveId" clId="{4E7321AD-6009-5851-BEA7-B24376F24670}" dt="2025-12-10T07:50:08.663" v="748"/>
          <ac:spMkLst>
            <pc:docMk/>
            <pc:sldMk cId="1005480327" sldId="260"/>
            <ac:spMk id="2" creationId="{6661EA3D-BF14-8F94-AF1C-8E4C82C2BF02}"/>
          </ac:spMkLst>
        </pc:spChg>
        <pc:spChg chg="add mod">
          <ac:chgData name="Rhodri Peters" userId="9be91b06a21c2610" providerId="LiveId" clId="{4E7321AD-6009-5851-BEA7-B24376F24670}" dt="2025-12-10T17:18:43.154" v="1801"/>
          <ac:spMkLst>
            <pc:docMk/>
            <pc:sldMk cId="1005480327" sldId="260"/>
            <ac:spMk id="8" creationId="{A9AF762B-DE14-F66C-4ED2-37E450672B43}"/>
          </ac:spMkLst>
        </pc:spChg>
        <pc:picChg chg="add mod">
          <ac:chgData name="Rhodri Peters" userId="9be91b06a21c2610" providerId="LiveId" clId="{4E7321AD-6009-5851-BEA7-B24376F24670}" dt="2025-12-11T08:50:51.398" v="2073" actId="14100"/>
          <ac:picMkLst>
            <pc:docMk/>
            <pc:sldMk cId="1005480327" sldId="260"/>
            <ac:picMk id="12" creationId="{16443418-5107-D113-B065-6132D03A96B3}"/>
          </ac:picMkLst>
        </pc:picChg>
      </pc:sldChg>
      <pc:sldChg chg="addSp delSp modSp mod modClrScheme chgLayout">
        <pc:chgData name="Rhodri Peters" userId="9be91b06a21c2610" providerId="LiveId" clId="{4E7321AD-6009-5851-BEA7-B24376F24670}" dt="2025-12-11T08:59:41.149" v="2172" actId="208"/>
        <pc:sldMkLst>
          <pc:docMk/>
          <pc:sldMk cId="2326360311" sldId="261"/>
        </pc:sldMkLst>
        <pc:spChg chg="mod ord">
          <ac:chgData name="Rhodri Peters" userId="9be91b06a21c2610" providerId="LiveId" clId="{4E7321AD-6009-5851-BEA7-B24376F24670}" dt="2025-12-10T08:24:46.846" v="1495" actId="700"/>
          <ac:spMkLst>
            <pc:docMk/>
            <pc:sldMk cId="2326360311" sldId="261"/>
            <ac:spMk id="2" creationId="{E018EF54-EEAC-4B07-E091-2DE2173CC5A6}"/>
          </ac:spMkLst>
        </pc:spChg>
        <pc:spChg chg="add mod ord">
          <ac:chgData name="Rhodri Peters" userId="9be91b06a21c2610" providerId="LiveId" clId="{4E7321AD-6009-5851-BEA7-B24376F24670}" dt="2025-12-10T08:24:46.846" v="1495" actId="700"/>
          <ac:spMkLst>
            <pc:docMk/>
            <pc:sldMk cId="2326360311" sldId="261"/>
            <ac:spMk id="9" creationId="{8651C69E-868B-5C87-B3D9-77B23D834389}"/>
          </ac:spMkLst>
        </pc:spChg>
        <pc:picChg chg="add mod ord">
          <ac:chgData name="Rhodri Peters" userId="9be91b06a21c2610" providerId="LiveId" clId="{4E7321AD-6009-5851-BEA7-B24376F24670}" dt="2025-12-10T08:26:56.655" v="1626" actId="1076"/>
          <ac:picMkLst>
            <pc:docMk/>
            <pc:sldMk cId="2326360311" sldId="261"/>
            <ac:picMk id="8" creationId="{4D00F17B-B5F2-1A7A-FC1C-DC5DD90CE8EE}"/>
          </ac:picMkLst>
        </pc:picChg>
      </pc:sldChg>
      <pc:sldChg chg="addSp modSp">
        <pc:chgData name="Rhodri Peters" userId="9be91b06a21c2610" providerId="LiveId" clId="{4E7321AD-6009-5851-BEA7-B24376F24670}" dt="2025-12-10T17:27:12.771" v="2044"/>
        <pc:sldMkLst>
          <pc:docMk/>
          <pc:sldMk cId="1385520545" sldId="263"/>
        </pc:sldMkLst>
        <pc:spChg chg="mod">
          <ac:chgData name="Rhodri Peters" userId="9be91b06a21c2610" providerId="LiveId" clId="{4E7321AD-6009-5851-BEA7-B24376F24670}" dt="2025-12-10T07:50:08.663" v="748"/>
          <ac:spMkLst>
            <pc:docMk/>
            <pc:sldMk cId="1385520545" sldId="263"/>
            <ac:spMk id="2" creationId="{9893062A-3006-97C7-F99B-B1FBF9A952C2}"/>
          </ac:spMkLst>
        </pc:spChg>
        <pc:spChg chg="mod">
          <ac:chgData name="Rhodri Peters" userId="9be91b06a21c2610" providerId="LiveId" clId="{4E7321AD-6009-5851-BEA7-B24376F24670}" dt="2025-12-10T07:50:08.663" v="748"/>
          <ac:spMkLst>
            <pc:docMk/>
            <pc:sldMk cId="1385520545" sldId="263"/>
            <ac:spMk id="3" creationId="{6B639F2A-854A-337A-5445-10B9994D282D}"/>
          </ac:spMkLst>
        </pc:spChg>
        <pc:spChg chg="add mod">
          <ac:chgData name="Rhodri Peters" userId="9be91b06a21c2610" providerId="LiveId" clId="{4E7321AD-6009-5851-BEA7-B24376F24670}" dt="2025-12-10T17:27:12.771" v="2044"/>
          <ac:spMkLst>
            <pc:docMk/>
            <pc:sldMk cId="1385520545" sldId="263"/>
            <ac:spMk id="4" creationId="{748BE957-0889-1826-DD64-2ADAA45049B2}"/>
          </ac:spMkLst>
        </pc:spChg>
      </pc:sldChg>
      <pc:sldChg chg="addSp delSp modSp add mod">
        <pc:chgData name="Rhodri Peters" userId="9be91b06a21c2610" providerId="LiveId" clId="{4E7321AD-6009-5851-BEA7-B24376F24670}" dt="2025-12-11T08:58:55.263" v="2170" actId="208"/>
        <pc:sldMkLst>
          <pc:docMk/>
          <pc:sldMk cId="44243701" sldId="265"/>
        </pc:sldMkLst>
        <pc:spChg chg="mod">
          <ac:chgData name="Rhodri Peters" userId="9be91b06a21c2610" providerId="LiveId" clId="{4E7321AD-6009-5851-BEA7-B24376F24670}" dt="2025-12-10T08:29:02.461" v="1676" actId="20577"/>
          <ac:spMkLst>
            <pc:docMk/>
            <pc:sldMk cId="44243701" sldId="265"/>
            <ac:spMk id="2" creationId="{283E7056-F608-8623-EAA8-3A73F73E887D}"/>
          </ac:spMkLst>
        </pc:spChg>
        <pc:spChg chg="mod">
          <ac:chgData name="Rhodri Peters" userId="9be91b06a21c2610" providerId="LiveId" clId="{4E7321AD-6009-5851-BEA7-B24376F24670}" dt="2025-12-10T08:29:00.026" v="1669" actId="20577"/>
          <ac:spMkLst>
            <pc:docMk/>
            <pc:sldMk cId="44243701" sldId="265"/>
            <ac:spMk id="10" creationId="{19D0390C-F2CC-D709-0F43-4DB9C55F0BFD}"/>
          </ac:spMkLst>
        </pc:spChg>
        <pc:spChg chg="mod">
          <ac:chgData name="Rhodri Peters" userId="9be91b06a21c2610" providerId="LiveId" clId="{4E7321AD-6009-5851-BEA7-B24376F24670}" dt="2025-12-10T08:29:18.541" v="1707" actId="20577"/>
          <ac:spMkLst>
            <pc:docMk/>
            <pc:sldMk cId="44243701" sldId="265"/>
            <ac:spMk id="11" creationId="{B1E03876-17CD-DD54-E088-76FF240DF3CF}"/>
          </ac:spMkLst>
        </pc:spChg>
        <pc:picChg chg="add mod">
          <ac:chgData name="Rhodri Peters" userId="9be91b06a21c2610" providerId="LiveId" clId="{4E7321AD-6009-5851-BEA7-B24376F24670}" dt="2025-12-10T08:29:46.923" v="1714" actId="1076"/>
          <ac:picMkLst>
            <pc:docMk/>
            <pc:sldMk cId="44243701" sldId="265"/>
            <ac:picMk id="13" creationId="{2EB112C5-9001-4587-922E-19AD6FE85701}"/>
          </ac:picMkLst>
        </pc:picChg>
        <pc:picChg chg="add mod">
          <ac:chgData name="Rhodri Peters" userId="9be91b06a21c2610" providerId="LiveId" clId="{4E7321AD-6009-5851-BEA7-B24376F24670}" dt="2025-12-10T08:30:06.305" v="1719" actId="1076"/>
          <ac:picMkLst>
            <pc:docMk/>
            <pc:sldMk cId="44243701" sldId="265"/>
            <ac:picMk id="17" creationId="{5414243C-992D-B1BC-C292-59A49D0C603E}"/>
          </ac:picMkLst>
        </pc:picChg>
      </pc:sldChg>
      <pc:sldChg chg="addSp delSp modSp add mod">
        <pc:chgData name="Rhodri Peters" userId="9be91b06a21c2610" providerId="LiveId" clId="{4E7321AD-6009-5851-BEA7-B24376F24670}" dt="2025-12-10T08:35:05.904" v="1769" actId="1076"/>
        <pc:sldMkLst>
          <pc:docMk/>
          <pc:sldMk cId="268211548" sldId="266"/>
        </pc:sldMkLst>
        <pc:spChg chg="mod">
          <ac:chgData name="Rhodri Peters" userId="9be91b06a21c2610" providerId="LiveId" clId="{4E7321AD-6009-5851-BEA7-B24376F24670}" dt="2025-12-10T08:33:48.141" v="1723"/>
          <ac:spMkLst>
            <pc:docMk/>
            <pc:sldMk cId="268211548" sldId="266"/>
            <ac:spMk id="2" creationId="{22B1A71E-6BC1-558C-DD62-09D243D34871}"/>
          </ac:spMkLst>
        </pc:spChg>
        <pc:picChg chg="add mod">
          <ac:chgData name="Rhodri Peters" userId="9be91b06a21c2610" providerId="LiveId" clId="{4E7321AD-6009-5851-BEA7-B24376F24670}" dt="2025-12-10T08:35:05.904" v="1769" actId="1076"/>
          <ac:picMkLst>
            <pc:docMk/>
            <pc:sldMk cId="268211548" sldId="266"/>
            <ac:picMk id="14" creationId="{C778E476-36C3-472C-269E-4BA62CF0E1B3}"/>
          </ac:picMkLst>
        </pc:picChg>
      </pc:sldChg>
    </pc:docChg>
  </pc:docChgLst>
  <pc:docChgLst>
    <pc:chgData name="Vadan Khan" userId="a9b988e12a7c4ce8" providerId="LiveId" clId="{32E26D9D-EE9E-4F30-9D27-F3510F868D00}"/>
    <pc:docChg chg="undo redo custSel modSld">
      <pc:chgData name="Vadan Khan" userId="a9b988e12a7c4ce8" providerId="LiveId" clId="{32E26D9D-EE9E-4F30-9D27-F3510F868D00}" dt="2025-12-25T10:43:54.139" v="4105" actId="14100"/>
      <pc:docMkLst>
        <pc:docMk/>
      </pc:docMkLst>
      <pc:sldChg chg="modSp mod">
        <pc:chgData name="Vadan Khan" userId="a9b988e12a7c4ce8" providerId="LiveId" clId="{32E26D9D-EE9E-4F30-9D27-F3510F868D00}" dt="2025-12-25T10:43:54.139" v="4105" actId="14100"/>
        <pc:sldMkLst>
          <pc:docMk/>
          <pc:sldMk cId="1095061314" sldId="256"/>
        </pc:sldMkLst>
        <pc:spChg chg="mod">
          <ac:chgData name="Vadan Khan" userId="a9b988e12a7c4ce8" providerId="LiveId" clId="{32E26D9D-EE9E-4F30-9D27-F3510F868D00}" dt="2025-12-25T10:43:47.088" v="4103" actId="790"/>
          <ac:spMkLst>
            <pc:docMk/>
            <pc:sldMk cId="1095061314" sldId="256"/>
            <ac:spMk id="2" creationId="{D01F662F-473D-C5D3-05C2-52912B3EF9AD}"/>
          </ac:spMkLst>
        </pc:spChg>
        <pc:spChg chg="mod">
          <ac:chgData name="Vadan Khan" userId="a9b988e12a7c4ce8" providerId="LiveId" clId="{32E26D9D-EE9E-4F30-9D27-F3510F868D00}" dt="2025-12-25T10:43:47.088" v="4103" actId="790"/>
          <ac:spMkLst>
            <pc:docMk/>
            <pc:sldMk cId="1095061314" sldId="256"/>
            <ac:spMk id="3" creationId="{4510AEF7-B3F0-3B4C-E293-DAEDEC53F31B}"/>
          </ac:spMkLst>
        </pc:spChg>
        <pc:spChg chg="mod">
          <ac:chgData name="Vadan Khan" userId="a9b988e12a7c4ce8" providerId="LiveId" clId="{32E26D9D-EE9E-4F30-9D27-F3510F868D00}" dt="2025-12-25T10:43:47.088" v="4103" actId="790"/>
          <ac:spMkLst>
            <pc:docMk/>
            <pc:sldMk cId="1095061314" sldId="256"/>
            <ac:spMk id="14" creationId="{DA0CA737-33FC-47E3-965A-D1C2CAA62894}"/>
          </ac:spMkLst>
        </pc:spChg>
        <pc:spChg chg="mod">
          <ac:chgData name="Vadan Khan" userId="a9b988e12a7c4ce8" providerId="LiveId" clId="{32E26D9D-EE9E-4F30-9D27-F3510F868D00}" dt="2025-12-25T10:43:47.088" v="4103" actId="790"/>
          <ac:spMkLst>
            <pc:docMk/>
            <pc:sldMk cId="1095061314" sldId="256"/>
            <ac:spMk id="16" creationId="{22189942-24EB-488E-8B69-EB80F7E53E36}"/>
          </ac:spMkLst>
        </pc:spChg>
        <pc:picChg chg="mod">
          <ac:chgData name="Vadan Khan" userId="a9b988e12a7c4ce8" providerId="LiveId" clId="{32E26D9D-EE9E-4F30-9D27-F3510F868D00}" dt="2025-12-25T10:43:54.139" v="4105" actId="14100"/>
          <ac:picMkLst>
            <pc:docMk/>
            <pc:sldMk cId="1095061314" sldId="256"/>
            <ac:picMk id="1028" creationId="{221585FF-8B8C-DF3B-C199-7CFCEEC358AB}"/>
          </ac:picMkLst>
        </pc:picChg>
      </pc:sldChg>
      <pc:sldChg chg="addSp delSp modSp mod">
        <pc:chgData name="Vadan Khan" userId="a9b988e12a7c4ce8" providerId="LiveId" clId="{32E26D9D-EE9E-4F30-9D27-F3510F868D00}" dt="2025-12-25T10:43:22.849" v="4098" actId="1076"/>
        <pc:sldMkLst>
          <pc:docMk/>
          <pc:sldMk cId="2494174280" sldId="257"/>
        </pc:sldMkLst>
        <pc:spChg chg="mod">
          <ac:chgData name="Vadan Khan" userId="a9b988e12a7c4ce8" providerId="LiveId" clId="{32E26D9D-EE9E-4F30-9D27-F3510F868D00}" dt="2025-12-25T09:06:16.432" v="1559" actId="6549"/>
          <ac:spMkLst>
            <pc:docMk/>
            <pc:sldMk cId="2494174280" sldId="257"/>
            <ac:spMk id="3" creationId="{98C9D2A7-1D0F-E868-775E-7E1087EA6A27}"/>
          </ac:spMkLst>
        </pc:spChg>
        <pc:spChg chg="mod">
          <ac:chgData name="Vadan Khan" userId="a9b988e12a7c4ce8" providerId="LiveId" clId="{32E26D9D-EE9E-4F30-9D27-F3510F868D00}" dt="2025-12-25T10:43:22.849" v="4098" actId="1076"/>
          <ac:spMkLst>
            <pc:docMk/>
            <pc:sldMk cId="2494174280" sldId="257"/>
            <ac:spMk id="17" creationId="{43232311-0BDD-7D9C-49CB-F4CA88629FE0}"/>
          </ac:spMkLst>
        </pc:spChg>
        <pc:picChg chg="del">
          <ac:chgData name="Vadan Khan" userId="a9b988e12a7c4ce8" providerId="LiveId" clId="{32E26D9D-EE9E-4F30-9D27-F3510F868D00}" dt="2025-12-25T08:14:01.069" v="11" actId="478"/>
          <ac:picMkLst>
            <pc:docMk/>
            <pc:sldMk cId="2494174280" sldId="257"/>
            <ac:picMk id="5" creationId="{DC71F51B-1FD1-0558-7812-3825F597ED1C}"/>
          </ac:picMkLst>
        </pc:picChg>
        <pc:picChg chg="mod">
          <ac:chgData name="Vadan Khan" userId="a9b988e12a7c4ce8" providerId="LiveId" clId="{32E26D9D-EE9E-4F30-9D27-F3510F868D00}" dt="2025-12-25T08:14:13.602" v="13" actId="1076"/>
          <ac:picMkLst>
            <pc:docMk/>
            <pc:sldMk cId="2494174280" sldId="257"/>
            <ac:picMk id="8" creationId="{10169B3F-2FFF-167C-A954-4420D1B5F87A}"/>
          </ac:picMkLst>
        </pc:picChg>
        <pc:picChg chg="add mod">
          <ac:chgData name="Vadan Khan" userId="a9b988e12a7c4ce8" providerId="LiveId" clId="{32E26D9D-EE9E-4F30-9D27-F3510F868D00}" dt="2025-12-25T09:06:47.198" v="1573" actId="1076"/>
          <ac:picMkLst>
            <pc:docMk/>
            <pc:sldMk cId="2494174280" sldId="257"/>
            <ac:picMk id="13" creationId="{5BF6D505-65D6-926D-7AE6-76B8E8A1B0AB}"/>
          </ac:picMkLst>
        </pc:picChg>
        <pc:cxnChg chg="del">
          <ac:chgData name="Vadan Khan" userId="a9b988e12a7c4ce8" providerId="LiveId" clId="{32E26D9D-EE9E-4F30-9D27-F3510F868D00}" dt="2025-12-25T08:14:01.069" v="11" actId="478"/>
          <ac:cxnSpMkLst>
            <pc:docMk/>
            <pc:sldMk cId="2494174280" sldId="257"/>
            <ac:cxnSpMk id="12" creationId="{2C57ED6D-09D9-BD74-4545-748017326908}"/>
          </ac:cxnSpMkLst>
        </pc:cxnChg>
        <pc:cxnChg chg="mod">
          <ac:chgData name="Vadan Khan" userId="a9b988e12a7c4ce8" providerId="LiveId" clId="{32E26D9D-EE9E-4F30-9D27-F3510F868D00}" dt="2025-12-25T08:14:17.146" v="15" actId="14100"/>
          <ac:cxnSpMkLst>
            <pc:docMk/>
            <pc:sldMk cId="2494174280" sldId="257"/>
            <ac:cxnSpMk id="14" creationId="{25CB2DF1-29DC-06CE-217B-F38BFC77A4FC}"/>
          </ac:cxnSpMkLst>
        </pc:cxnChg>
        <pc:cxnChg chg="mod">
          <ac:chgData name="Vadan Khan" userId="a9b988e12a7c4ce8" providerId="LiveId" clId="{32E26D9D-EE9E-4F30-9D27-F3510F868D00}" dt="2025-12-25T08:14:21.216" v="17" actId="14100"/>
          <ac:cxnSpMkLst>
            <pc:docMk/>
            <pc:sldMk cId="2494174280" sldId="257"/>
            <ac:cxnSpMk id="16" creationId="{CF73BD25-FB0A-0375-A853-5314820AF804}"/>
          </ac:cxnSpMkLst>
        </pc:cxnChg>
        <pc:cxnChg chg="add">
          <ac:chgData name="Vadan Khan" userId="a9b988e12a7c4ce8" providerId="LiveId" clId="{32E26D9D-EE9E-4F30-9D27-F3510F868D00}" dt="2025-12-25T09:07:02.830" v="1574" actId="11529"/>
          <ac:cxnSpMkLst>
            <pc:docMk/>
            <pc:sldMk cId="2494174280" sldId="257"/>
            <ac:cxnSpMk id="19" creationId="{1C1A6B25-1FA9-7427-1A37-7867771DD0FB}"/>
          </ac:cxnSpMkLst>
        </pc:cxnChg>
        <pc:cxnChg chg="add">
          <ac:chgData name="Vadan Khan" userId="a9b988e12a7c4ce8" providerId="LiveId" clId="{32E26D9D-EE9E-4F30-9D27-F3510F868D00}" dt="2025-12-25T09:07:07.382" v="1575" actId="11529"/>
          <ac:cxnSpMkLst>
            <pc:docMk/>
            <pc:sldMk cId="2494174280" sldId="257"/>
            <ac:cxnSpMk id="21" creationId="{D911F36B-B465-D56E-FCC7-905EF669098F}"/>
          </ac:cxnSpMkLst>
        </pc:cxnChg>
      </pc:sldChg>
      <pc:sldChg chg="mod modShow">
        <pc:chgData name="Vadan Khan" userId="a9b988e12a7c4ce8" providerId="LiveId" clId="{32E26D9D-EE9E-4F30-9D27-F3510F868D00}" dt="2025-12-25T08:13:36.831" v="9" actId="729"/>
        <pc:sldMkLst>
          <pc:docMk/>
          <pc:sldMk cId="3531299769" sldId="259"/>
        </pc:sldMkLst>
      </pc:sldChg>
      <pc:sldChg chg="addSp modSp mod">
        <pc:chgData name="Vadan Khan" userId="a9b988e12a7c4ce8" providerId="LiveId" clId="{32E26D9D-EE9E-4F30-9D27-F3510F868D00}" dt="2025-12-25T08:12:35.435" v="8" actId="208"/>
        <pc:sldMkLst>
          <pc:docMk/>
          <pc:sldMk cId="1005480327" sldId="260"/>
        </pc:sldMkLst>
        <pc:spChg chg="add mod">
          <ac:chgData name="Vadan Khan" userId="a9b988e12a7c4ce8" providerId="LiveId" clId="{32E26D9D-EE9E-4F30-9D27-F3510F868D00}" dt="2025-12-25T08:11:49.910" v="3" actId="208"/>
          <ac:spMkLst>
            <pc:docMk/>
            <pc:sldMk cId="1005480327" sldId="260"/>
            <ac:spMk id="4" creationId="{9DE91C06-B1AF-DC69-A897-B7F8037A47A1}"/>
          </ac:spMkLst>
        </pc:spChg>
        <pc:cxnChg chg="add mod">
          <ac:chgData name="Vadan Khan" userId="a9b988e12a7c4ce8" providerId="LiveId" clId="{32E26D9D-EE9E-4F30-9D27-F3510F868D00}" dt="2025-12-25T08:12:17.357" v="5" actId="208"/>
          <ac:cxnSpMkLst>
            <pc:docMk/>
            <pc:sldMk cId="1005480327" sldId="260"/>
            <ac:cxnSpMk id="10" creationId="{52EF7157-7888-68D5-FB0A-0144CEDE07E0}"/>
          </ac:cxnSpMkLst>
        </pc:cxnChg>
        <pc:cxnChg chg="add mod">
          <ac:chgData name="Vadan Khan" userId="a9b988e12a7c4ce8" providerId="LiveId" clId="{32E26D9D-EE9E-4F30-9D27-F3510F868D00}" dt="2025-12-25T08:12:35.435" v="8" actId="208"/>
          <ac:cxnSpMkLst>
            <pc:docMk/>
            <pc:sldMk cId="1005480327" sldId="260"/>
            <ac:cxnSpMk id="13" creationId="{11739995-870A-02B9-3B45-F7BC3D24F373}"/>
          </ac:cxnSpMkLst>
        </pc:cxnChg>
      </pc:sldChg>
      <pc:sldChg chg="addSp modSp mod">
        <pc:chgData name="Vadan Khan" userId="a9b988e12a7c4ce8" providerId="LiveId" clId="{32E26D9D-EE9E-4F30-9D27-F3510F868D00}" dt="2025-12-25T10:30:21.191" v="1947" actId="1076"/>
        <pc:sldMkLst>
          <pc:docMk/>
          <pc:sldMk cId="2326360311" sldId="261"/>
        </pc:sldMkLst>
        <pc:spChg chg="mod">
          <ac:chgData name="Vadan Khan" userId="a9b988e12a7c4ce8" providerId="LiveId" clId="{32E26D9D-EE9E-4F30-9D27-F3510F868D00}" dt="2025-12-25T10:28:35.234" v="1640" actId="1076"/>
          <ac:spMkLst>
            <pc:docMk/>
            <pc:sldMk cId="2326360311" sldId="261"/>
            <ac:spMk id="3" creationId="{3AD23CC8-6D88-A8FF-5D92-EE69A63652B2}"/>
          </ac:spMkLst>
        </pc:spChg>
        <pc:spChg chg="add mod">
          <ac:chgData name="Vadan Khan" userId="a9b988e12a7c4ce8" providerId="LiveId" clId="{32E26D9D-EE9E-4F30-9D27-F3510F868D00}" dt="2025-12-25T10:27:28.317" v="1579"/>
          <ac:spMkLst>
            <pc:docMk/>
            <pc:sldMk cId="2326360311" sldId="261"/>
            <ac:spMk id="4" creationId="{2D3EA51B-2C85-D2E7-D237-EB27353434F7}"/>
          </ac:spMkLst>
        </pc:spChg>
        <pc:spChg chg="add mod">
          <ac:chgData name="Vadan Khan" userId="a9b988e12a7c4ce8" providerId="LiveId" clId="{32E26D9D-EE9E-4F30-9D27-F3510F868D00}" dt="2025-12-25T10:28:43.479" v="1646" actId="108"/>
          <ac:spMkLst>
            <pc:docMk/>
            <pc:sldMk cId="2326360311" sldId="261"/>
            <ac:spMk id="5" creationId="{49AEFA3D-7D03-ADDB-5BE5-0AF8CAEE3D94}"/>
          </ac:spMkLst>
        </pc:spChg>
        <pc:spChg chg="add mod">
          <ac:chgData name="Vadan Khan" userId="a9b988e12a7c4ce8" providerId="LiveId" clId="{32E26D9D-EE9E-4F30-9D27-F3510F868D00}" dt="2025-12-25T10:30:21.191" v="1947" actId="1076"/>
          <ac:spMkLst>
            <pc:docMk/>
            <pc:sldMk cId="2326360311" sldId="261"/>
            <ac:spMk id="7" creationId="{9F66B870-B4EE-C293-D6C0-E4CB36413845}"/>
          </ac:spMkLst>
        </pc:spChg>
      </pc:sldChg>
      <pc:sldChg chg="addSp modSp mod">
        <pc:chgData name="Vadan Khan" userId="a9b988e12a7c4ce8" providerId="LiveId" clId="{32E26D9D-EE9E-4F30-9D27-F3510F868D00}" dt="2025-12-25T10:38:33.381" v="3656" actId="1076"/>
        <pc:sldMkLst>
          <pc:docMk/>
          <pc:sldMk cId="44243701" sldId="265"/>
        </pc:sldMkLst>
        <pc:spChg chg="add mod">
          <ac:chgData name="Vadan Khan" userId="a9b988e12a7c4ce8" providerId="LiveId" clId="{32E26D9D-EE9E-4F30-9D27-F3510F868D00}" dt="2025-12-25T10:38:33.381" v="3656" actId="1076"/>
          <ac:spMkLst>
            <pc:docMk/>
            <pc:sldMk cId="44243701" sldId="265"/>
            <ac:spMk id="4" creationId="{C00C4F3E-B045-4B17-43CE-5AE3E912C41D}"/>
          </ac:spMkLst>
        </pc:spChg>
      </pc:sldChg>
      <pc:sldChg chg="addSp modSp mod">
        <pc:chgData name="Vadan Khan" userId="a9b988e12a7c4ce8" providerId="LiveId" clId="{32E26D9D-EE9E-4F30-9D27-F3510F868D00}" dt="2025-12-25T10:35:52.838" v="3084" actId="1076"/>
        <pc:sldMkLst>
          <pc:docMk/>
          <pc:sldMk cId="268211548" sldId="266"/>
        </pc:sldMkLst>
        <pc:spChg chg="add mod">
          <ac:chgData name="Vadan Khan" userId="a9b988e12a7c4ce8" providerId="LiveId" clId="{32E26D9D-EE9E-4F30-9D27-F3510F868D00}" dt="2025-12-25T10:35:52.838" v="3084" actId="1076"/>
          <ac:spMkLst>
            <pc:docMk/>
            <pc:sldMk cId="268211548" sldId="266"/>
            <ac:spMk id="5" creationId="{48E80883-D417-83EE-87E8-C1E2E5055A6C}"/>
          </ac:spMkLst>
        </pc:spChg>
        <pc:picChg chg="mod">
          <ac:chgData name="Vadan Khan" userId="a9b988e12a7c4ce8" providerId="LiveId" clId="{32E26D9D-EE9E-4F30-9D27-F3510F868D00}" dt="2025-12-25T10:32:30.928" v="2410" actId="1076"/>
          <ac:picMkLst>
            <pc:docMk/>
            <pc:sldMk cId="268211548" sldId="266"/>
            <ac:picMk id="14" creationId="{C778E476-36C3-472C-269E-4BA62CF0E1B3}"/>
          </ac:picMkLst>
        </pc:picChg>
      </pc:sldChg>
      <pc:sldChg chg="addSp modSp mod">
        <pc:chgData name="Vadan Khan" userId="a9b988e12a7c4ce8" providerId="LiveId" clId="{32E26D9D-EE9E-4F30-9D27-F3510F868D00}" dt="2025-12-25T10:43:07.825" v="4081" actId="14100"/>
        <pc:sldMkLst>
          <pc:docMk/>
          <pc:sldMk cId="3838257198" sldId="267"/>
        </pc:sldMkLst>
        <pc:spChg chg="mod">
          <ac:chgData name="Vadan Khan" userId="a9b988e12a7c4ce8" providerId="LiveId" clId="{32E26D9D-EE9E-4F30-9D27-F3510F868D00}" dt="2025-12-25T08:45:49.033" v="1187" actId="20577"/>
          <ac:spMkLst>
            <pc:docMk/>
            <pc:sldMk cId="3838257198" sldId="267"/>
            <ac:spMk id="2" creationId="{6544548E-61C0-1DE5-53E2-40BC1AE0EEE3}"/>
          </ac:spMkLst>
        </pc:spChg>
        <pc:spChg chg="mod">
          <ac:chgData name="Vadan Khan" userId="a9b988e12a7c4ce8" providerId="LiveId" clId="{32E26D9D-EE9E-4F30-9D27-F3510F868D00}" dt="2025-12-25T10:43:03.800" v="4079" actId="1076"/>
          <ac:spMkLst>
            <pc:docMk/>
            <pc:sldMk cId="3838257198" sldId="267"/>
            <ac:spMk id="11" creationId="{425CB8D4-053B-3E9A-2AB9-D8DF22BA5D4D}"/>
          </ac:spMkLst>
        </pc:spChg>
        <pc:spChg chg="add mod">
          <ac:chgData name="Vadan Khan" userId="a9b988e12a7c4ce8" providerId="LiveId" clId="{32E26D9D-EE9E-4F30-9D27-F3510F868D00}" dt="2025-12-25T10:39:33.633" v="3666" actId="1076"/>
          <ac:spMkLst>
            <pc:docMk/>
            <pc:sldMk cId="3838257198" sldId="267"/>
            <ac:spMk id="18" creationId="{15DDCDA4-7659-DD8C-9243-3837B271B276}"/>
          </ac:spMkLst>
        </pc:spChg>
        <pc:spChg chg="add mod">
          <ac:chgData name="Vadan Khan" userId="a9b988e12a7c4ce8" providerId="LiveId" clId="{32E26D9D-EE9E-4F30-9D27-F3510F868D00}" dt="2025-12-25T10:39:46.058" v="3670" actId="1076"/>
          <ac:spMkLst>
            <pc:docMk/>
            <pc:sldMk cId="3838257198" sldId="267"/>
            <ac:spMk id="19" creationId="{C9E72B62-2AA4-DCDC-2BCC-AD636CF5DA46}"/>
          </ac:spMkLst>
        </pc:spChg>
        <pc:spChg chg="add mod">
          <ac:chgData name="Vadan Khan" userId="a9b988e12a7c4ce8" providerId="LiveId" clId="{32E26D9D-EE9E-4F30-9D27-F3510F868D00}" dt="2025-12-25T10:41:59.530" v="4019" actId="14100"/>
          <ac:spMkLst>
            <pc:docMk/>
            <pc:sldMk cId="3838257198" sldId="267"/>
            <ac:spMk id="26" creationId="{83D3C325-4009-F38E-FCA4-F1D25EBDCDBF}"/>
          </ac:spMkLst>
        </pc:spChg>
        <pc:picChg chg="mod">
          <ac:chgData name="Vadan Khan" userId="a9b988e12a7c4ce8" providerId="LiveId" clId="{32E26D9D-EE9E-4F30-9D27-F3510F868D00}" dt="2025-12-25T10:39:49.899" v="3671" actId="1076"/>
          <ac:picMkLst>
            <pc:docMk/>
            <pc:sldMk cId="3838257198" sldId="267"/>
            <ac:picMk id="13" creationId="{CD3589FF-B464-B834-92D3-F69C8725CE83}"/>
          </ac:picMkLst>
        </pc:picChg>
        <pc:picChg chg="add mod">
          <ac:chgData name="Vadan Khan" userId="a9b988e12a7c4ce8" providerId="LiveId" clId="{32E26D9D-EE9E-4F30-9D27-F3510F868D00}" dt="2025-12-25T10:39:58.984" v="3675" actId="1076"/>
          <ac:picMkLst>
            <pc:docMk/>
            <pc:sldMk cId="3838257198" sldId="267"/>
            <ac:picMk id="25" creationId="{3BC07BB1-B1A7-7DFD-2960-C645262C2ECE}"/>
          </ac:picMkLst>
        </pc:picChg>
        <pc:picChg chg="add mod">
          <ac:chgData name="Vadan Khan" userId="a9b988e12a7c4ce8" providerId="LiveId" clId="{32E26D9D-EE9E-4F30-9D27-F3510F868D00}" dt="2025-12-25T10:39:29.953" v="3665" actId="1076"/>
          <ac:picMkLst>
            <pc:docMk/>
            <pc:sldMk cId="3838257198" sldId="267"/>
            <ac:picMk id="1026" creationId="{95A0C1AC-6196-D9DB-BCCB-9E3C9D1A958D}"/>
          </ac:picMkLst>
        </pc:picChg>
        <pc:cxnChg chg="add mod">
          <ac:chgData name="Vadan Khan" userId="a9b988e12a7c4ce8" providerId="LiveId" clId="{32E26D9D-EE9E-4F30-9D27-F3510F868D00}" dt="2025-12-25T10:39:41.784" v="3669" actId="14100"/>
          <ac:cxnSpMkLst>
            <pc:docMk/>
            <pc:sldMk cId="3838257198" sldId="267"/>
            <ac:cxnSpMk id="14" creationId="{A92F2470-18B1-DFB7-8848-8C4EE5F9CE7C}"/>
          </ac:cxnSpMkLst>
        </pc:cxnChg>
        <pc:cxnChg chg="mod">
          <ac:chgData name="Vadan Khan" userId="a9b988e12a7c4ce8" providerId="LiveId" clId="{32E26D9D-EE9E-4F30-9D27-F3510F868D00}" dt="2025-12-25T10:43:07.825" v="4081" actId="14100"/>
          <ac:cxnSpMkLst>
            <pc:docMk/>
            <pc:sldMk cId="3838257198" sldId="267"/>
            <ac:cxnSpMk id="15" creationId="{0A4F39F3-8E38-8780-90C7-CB91AD3F7E3D}"/>
          </ac:cxnSpMkLst>
        </pc:cxnChg>
        <pc:cxnChg chg="add mod">
          <ac:chgData name="Vadan Khan" userId="a9b988e12a7c4ce8" providerId="LiveId" clId="{32E26D9D-EE9E-4F30-9D27-F3510F868D00}" dt="2025-12-25T10:39:35.704" v="3667" actId="1076"/>
          <ac:cxnSpMkLst>
            <pc:docMk/>
            <pc:sldMk cId="3838257198" sldId="267"/>
            <ac:cxnSpMk id="17" creationId="{F7192CD9-1635-351B-1FD7-70B52C686B62}"/>
          </ac:cxnSpMkLst>
        </pc:cxnChg>
      </pc:sldChg>
      <pc:sldChg chg="addSp modSp mod">
        <pc:chgData name="Vadan Khan" userId="a9b988e12a7c4ce8" providerId="LiveId" clId="{32E26D9D-EE9E-4F30-9D27-F3510F868D00}" dt="2025-12-25T10:32:51.263" v="2425" actId="20577"/>
        <pc:sldMkLst>
          <pc:docMk/>
          <pc:sldMk cId="2901738332" sldId="268"/>
        </pc:sldMkLst>
        <pc:spChg chg="add mod">
          <ac:chgData name="Vadan Khan" userId="a9b988e12a7c4ce8" providerId="LiveId" clId="{32E26D9D-EE9E-4F30-9D27-F3510F868D00}" dt="2025-12-25T10:32:51.263" v="2425" actId="20577"/>
          <ac:spMkLst>
            <pc:docMk/>
            <pc:sldMk cId="2901738332" sldId="268"/>
            <ac:spMk id="5" creationId="{FACA094F-344D-016C-7059-A0CC9F030158}"/>
          </ac:spMkLst>
        </pc:spChg>
      </pc:sldChg>
      <pc:sldChg chg="addSp modSp mod">
        <pc:chgData name="Vadan Khan" userId="a9b988e12a7c4ce8" providerId="LiveId" clId="{32E26D9D-EE9E-4F30-9D27-F3510F868D00}" dt="2025-12-25T10:35:39.535" v="3083" actId="313"/>
        <pc:sldMkLst>
          <pc:docMk/>
          <pc:sldMk cId="4165344846" sldId="269"/>
        </pc:sldMkLst>
        <pc:spChg chg="add mod">
          <ac:chgData name="Vadan Khan" userId="a9b988e12a7c4ce8" providerId="LiveId" clId="{32E26D9D-EE9E-4F30-9D27-F3510F868D00}" dt="2025-12-25T10:35:39.535" v="3083" actId="313"/>
          <ac:spMkLst>
            <pc:docMk/>
            <pc:sldMk cId="4165344846" sldId="269"/>
            <ac:spMk id="5" creationId="{F64D3BFE-D47D-0F9F-73F1-DD5858E0D99A}"/>
          </ac:spMkLst>
        </pc:spChg>
      </pc:sldChg>
      <pc:sldChg chg="addSp modSp mod">
        <pc:chgData name="Vadan Khan" userId="a9b988e12a7c4ce8" providerId="LiveId" clId="{32E26D9D-EE9E-4F30-9D27-F3510F868D00}" dt="2025-12-25T10:37:46.591" v="3544" actId="1076"/>
        <pc:sldMkLst>
          <pc:docMk/>
          <pc:sldMk cId="1656677648" sldId="270"/>
        </pc:sldMkLst>
        <pc:spChg chg="add mod">
          <ac:chgData name="Vadan Khan" userId="a9b988e12a7c4ce8" providerId="LiveId" clId="{32E26D9D-EE9E-4F30-9D27-F3510F868D00}" dt="2025-12-25T10:37:46.591" v="3544" actId="1076"/>
          <ac:spMkLst>
            <pc:docMk/>
            <pc:sldMk cId="1656677648" sldId="270"/>
            <ac:spMk id="5" creationId="{6BC3BAB0-4490-B175-59BB-0683FA82C9A2}"/>
          </ac:spMkLst>
        </pc:spChg>
      </pc:sldChg>
    </pc:docChg>
  </pc:docChgLst>
  <pc:docChgLst>
    <pc:chgData name="Vadan Khan" userId="a9b988e12a7c4ce8" providerId="LiveId" clId="{5A85FF83-C054-4DF5-A27B-E3784D8E11FA}"/>
    <pc:docChg chg="undo custSel addSld modSld sldOrd">
      <pc:chgData name="Vadan Khan" userId="a9b988e12a7c4ce8" providerId="LiveId" clId="{5A85FF83-C054-4DF5-A27B-E3784D8E11FA}" dt="2025-12-18T16:49:48.237" v="4183" actId="6549"/>
      <pc:docMkLst>
        <pc:docMk/>
      </pc:docMkLst>
      <pc:sldChg chg="addSp delSp modSp mod setBg setClrOvrMap">
        <pc:chgData name="Vadan Khan" userId="a9b988e12a7c4ce8" providerId="LiveId" clId="{5A85FF83-C054-4DF5-A27B-E3784D8E11FA}" dt="2025-12-18T13:55:15.096" v="217" actId="18131"/>
        <pc:sldMkLst>
          <pc:docMk/>
          <pc:sldMk cId="1095061314" sldId="256"/>
        </pc:sldMkLst>
        <pc:spChg chg="mod">
          <ac:chgData name="Vadan Khan" userId="a9b988e12a7c4ce8" providerId="LiveId" clId="{5A85FF83-C054-4DF5-A27B-E3784D8E11FA}" dt="2025-12-18T13:53:45.286" v="203" actId="26606"/>
          <ac:spMkLst>
            <pc:docMk/>
            <pc:sldMk cId="1095061314" sldId="256"/>
            <ac:spMk id="2" creationId="{D01F662F-473D-C5D3-05C2-52912B3EF9AD}"/>
          </ac:spMkLst>
        </pc:spChg>
        <pc:spChg chg="mod">
          <ac:chgData name="Vadan Khan" userId="a9b988e12a7c4ce8" providerId="LiveId" clId="{5A85FF83-C054-4DF5-A27B-E3784D8E11FA}" dt="2025-12-18T13:53:45.286" v="203" actId="26606"/>
          <ac:spMkLst>
            <pc:docMk/>
            <pc:sldMk cId="1095061314" sldId="256"/>
            <ac:spMk id="3" creationId="{4510AEF7-B3F0-3B4C-E293-DAEDEC53F31B}"/>
          </ac:spMkLst>
        </pc:spChg>
        <pc:spChg chg="add">
          <ac:chgData name="Vadan Khan" userId="a9b988e12a7c4ce8" providerId="LiveId" clId="{5A85FF83-C054-4DF5-A27B-E3784D8E11FA}" dt="2025-12-18T13:53:45.286" v="203" actId="26606"/>
          <ac:spMkLst>
            <pc:docMk/>
            <pc:sldMk cId="1095061314" sldId="256"/>
            <ac:spMk id="14" creationId="{DA0CA737-33FC-47E3-965A-D1C2CAA62894}"/>
          </ac:spMkLst>
        </pc:spChg>
        <pc:spChg chg="add">
          <ac:chgData name="Vadan Khan" userId="a9b988e12a7c4ce8" providerId="LiveId" clId="{5A85FF83-C054-4DF5-A27B-E3784D8E11FA}" dt="2025-12-18T13:53:45.286" v="203" actId="26606"/>
          <ac:spMkLst>
            <pc:docMk/>
            <pc:sldMk cId="1095061314" sldId="256"/>
            <ac:spMk id="16" creationId="{22189942-24EB-488E-8B69-EB80F7E53E36}"/>
          </ac:spMkLst>
        </pc:spChg>
        <pc:picChg chg="add mod">
          <ac:chgData name="Vadan Khan" userId="a9b988e12a7c4ce8" providerId="LiveId" clId="{5A85FF83-C054-4DF5-A27B-E3784D8E11FA}" dt="2025-12-18T13:55:15.096" v="217" actId="18131"/>
          <ac:picMkLst>
            <pc:docMk/>
            <pc:sldMk cId="1095061314" sldId="256"/>
            <ac:picMk id="1028" creationId="{221585FF-8B8C-DF3B-C199-7CFCEEC358AB}"/>
          </ac:picMkLst>
        </pc:picChg>
        <pc:cxnChg chg="add">
          <ac:chgData name="Vadan Khan" userId="a9b988e12a7c4ce8" providerId="LiveId" clId="{5A85FF83-C054-4DF5-A27B-E3784D8E11FA}" dt="2025-12-18T13:53:45.286" v="203" actId="26606"/>
          <ac:cxnSpMkLst>
            <pc:docMk/>
            <pc:sldMk cId="1095061314" sldId="256"/>
            <ac:cxnSpMk id="7" creationId="{F3CC58E3-BDF9-495D-9327-85F68058BE32}"/>
          </ac:cxnSpMkLst>
        </pc:cxnChg>
      </pc:sldChg>
      <pc:sldChg chg="addSp delSp modSp mod">
        <pc:chgData name="Vadan Khan" userId="a9b988e12a7c4ce8" providerId="LiveId" clId="{5A85FF83-C054-4DF5-A27B-E3784D8E11FA}" dt="2025-12-18T14:55:21.044" v="704" actId="6549"/>
        <pc:sldMkLst>
          <pc:docMk/>
          <pc:sldMk cId="2494174280" sldId="257"/>
        </pc:sldMkLst>
        <pc:spChg chg="mod">
          <ac:chgData name="Vadan Khan" userId="a9b988e12a7c4ce8" providerId="LiveId" clId="{5A85FF83-C054-4DF5-A27B-E3784D8E11FA}" dt="2025-12-18T14:55:21.044" v="704" actId="6549"/>
          <ac:spMkLst>
            <pc:docMk/>
            <pc:sldMk cId="2494174280" sldId="257"/>
            <ac:spMk id="2" creationId="{337112DA-B163-9B22-A86E-0B9AC25CAF58}"/>
          </ac:spMkLst>
        </pc:spChg>
        <pc:spChg chg="mod">
          <ac:chgData name="Vadan Khan" userId="a9b988e12a7c4ce8" providerId="LiveId" clId="{5A85FF83-C054-4DF5-A27B-E3784D8E11FA}" dt="2025-12-18T14:10:04.260" v="508" actId="113"/>
          <ac:spMkLst>
            <pc:docMk/>
            <pc:sldMk cId="2494174280" sldId="257"/>
            <ac:spMk id="3" creationId="{98C9D2A7-1D0F-E868-775E-7E1087EA6A27}"/>
          </ac:spMkLst>
        </pc:spChg>
        <pc:spChg chg="add mod ord">
          <ac:chgData name="Vadan Khan" userId="a9b988e12a7c4ce8" providerId="LiveId" clId="{5A85FF83-C054-4DF5-A27B-E3784D8E11FA}" dt="2025-12-18T13:57:05.486" v="254" actId="167"/>
          <ac:spMkLst>
            <pc:docMk/>
            <pc:sldMk cId="2494174280" sldId="257"/>
            <ac:spMk id="4" creationId="{41BC7657-F428-FED7-CB2F-EA5A65F846E9}"/>
          </ac:spMkLst>
        </pc:spChg>
        <pc:spChg chg="mod">
          <ac:chgData name="Vadan Khan" userId="a9b988e12a7c4ce8" providerId="LiveId" clId="{5A85FF83-C054-4DF5-A27B-E3784D8E11FA}" dt="2025-12-18T14:11:19.968" v="510" actId="120"/>
          <ac:spMkLst>
            <pc:docMk/>
            <pc:sldMk cId="2494174280" sldId="257"/>
            <ac:spMk id="7" creationId="{D3F29B43-BCB6-7FF2-EFB1-E1540DC804C4}"/>
          </ac:spMkLst>
        </pc:spChg>
        <pc:spChg chg="add mod">
          <ac:chgData name="Vadan Khan" userId="a9b988e12a7c4ce8" providerId="LiveId" clId="{5A85FF83-C054-4DF5-A27B-E3784D8E11FA}" dt="2025-12-18T14:08:50.545" v="467" actId="1076"/>
          <ac:spMkLst>
            <pc:docMk/>
            <pc:sldMk cId="2494174280" sldId="257"/>
            <ac:spMk id="17" creationId="{43232311-0BDD-7D9C-49CB-F4CA88629FE0}"/>
          </ac:spMkLst>
        </pc:spChg>
        <pc:spChg chg="add mod">
          <ac:chgData name="Vadan Khan" userId="a9b988e12a7c4ce8" providerId="LiveId" clId="{5A85FF83-C054-4DF5-A27B-E3784D8E11FA}" dt="2025-12-18T14:09:22.082" v="470" actId="208"/>
          <ac:spMkLst>
            <pc:docMk/>
            <pc:sldMk cId="2494174280" sldId="257"/>
            <ac:spMk id="18" creationId="{5EE2ADDB-7AC6-88AC-3086-0EA1C408CF85}"/>
          </ac:spMkLst>
        </pc:spChg>
        <pc:picChg chg="add mod">
          <ac:chgData name="Vadan Khan" userId="a9b988e12a7c4ce8" providerId="LiveId" clId="{5A85FF83-C054-4DF5-A27B-E3784D8E11FA}" dt="2025-12-18T14:07:34.070" v="454" actId="1076"/>
          <ac:picMkLst>
            <pc:docMk/>
            <pc:sldMk cId="2494174280" sldId="257"/>
            <ac:picMk id="8" creationId="{10169B3F-2FFF-167C-A954-4420D1B5F87A}"/>
          </ac:picMkLst>
        </pc:picChg>
        <pc:picChg chg="mod">
          <ac:chgData name="Vadan Khan" userId="a9b988e12a7c4ce8" providerId="LiveId" clId="{5A85FF83-C054-4DF5-A27B-E3784D8E11FA}" dt="2025-12-18T14:07:53.425" v="459" actId="1076"/>
          <ac:picMkLst>
            <pc:docMk/>
            <pc:sldMk cId="2494174280" sldId="257"/>
            <ac:picMk id="1026" creationId="{AC3CBC30-4865-5A3D-C100-E1D82A883AB2}"/>
          </ac:picMkLst>
        </pc:picChg>
        <pc:picChg chg="add mod">
          <ac:chgData name="Vadan Khan" userId="a9b988e12a7c4ce8" providerId="LiveId" clId="{5A85FF83-C054-4DF5-A27B-E3784D8E11FA}" dt="2025-12-18T14:07:59.368" v="460" actId="1076"/>
          <ac:picMkLst>
            <pc:docMk/>
            <pc:sldMk cId="2494174280" sldId="257"/>
            <ac:picMk id="2052" creationId="{09AA7950-6FC4-79FA-3705-F033B0D7E1D0}"/>
          </ac:picMkLst>
        </pc:picChg>
        <pc:cxnChg chg="add mod">
          <ac:chgData name="Vadan Khan" userId="a9b988e12a7c4ce8" providerId="LiveId" clId="{5A85FF83-C054-4DF5-A27B-E3784D8E11FA}" dt="2025-12-18T14:10:02.686" v="507" actId="14100"/>
          <ac:cxnSpMkLst>
            <pc:docMk/>
            <pc:sldMk cId="2494174280" sldId="257"/>
            <ac:cxnSpMk id="14" creationId="{25CB2DF1-29DC-06CE-217B-F38BFC77A4FC}"/>
          </ac:cxnSpMkLst>
        </pc:cxnChg>
        <pc:cxnChg chg="add mod">
          <ac:chgData name="Vadan Khan" userId="a9b988e12a7c4ce8" providerId="LiveId" clId="{5A85FF83-C054-4DF5-A27B-E3784D8E11FA}" dt="2025-12-18T14:10:06.722" v="509" actId="14100"/>
          <ac:cxnSpMkLst>
            <pc:docMk/>
            <pc:sldMk cId="2494174280" sldId="257"/>
            <ac:cxnSpMk id="16" creationId="{CF73BD25-FB0A-0375-A853-5314820AF804}"/>
          </ac:cxnSpMkLst>
        </pc:cxnChg>
      </pc:sldChg>
      <pc:sldChg chg="addSp delSp modSp mod setBg delDesignElem">
        <pc:chgData name="Vadan Khan" userId="a9b988e12a7c4ce8" providerId="LiveId" clId="{5A85FF83-C054-4DF5-A27B-E3784D8E11FA}" dt="2025-12-18T16:42:15.544" v="3165" actId="1076"/>
        <pc:sldMkLst>
          <pc:docMk/>
          <pc:sldMk cId="3929553163" sldId="258"/>
        </pc:sldMkLst>
        <pc:spChg chg="mod">
          <ac:chgData name="Vadan Khan" userId="a9b988e12a7c4ce8" providerId="LiveId" clId="{5A85FF83-C054-4DF5-A27B-E3784D8E11FA}" dt="2025-12-18T14:57:29.140" v="764" actId="27636"/>
          <ac:spMkLst>
            <pc:docMk/>
            <pc:sldMk cId="3929553163" sldId="258"/>
            <ac:spMk id="2" creationId="{922658D7-1496-9727-BDCB-977D78D046E9}"/>
          </ac:spMkLst>
        </pc:spChg>
        <pc:spChg chg="mod">
          <ac:chgData name="Vadan Khan" userId="a9b988e12a7c4ce8" providerId="LiveId" clId="{5A85FF83-C054-4DF5-A27B-E3784D8E11FA}" dt="2025-12-18T15:21:42.531" v="2049" actId="20577"/>
          <ac:spMkLst>
            <pc:docMk/>
            <pc:sldMk cId="3929553163" sldId="258"/>
            <ac:spMk id="3" creationId="{01B47AFC-36A4-9D9C-D04F-CEEF55DB5BB7}"/>
          </ac:spMkLst>
        </pc:spChg>
        <pc:spChg chg="add mod ord">
          <ac:chgData name="Vadan Khan" userId="a9b988e12a7c4ce8" providerId="LiveId" clId="{5A85FF83-C054-4DF5-A27B-E3784D8E11FA}" dt="2025-12-18T15:02:36.792" v="776" actId="1076"/>
          <ac:spMkLst>
            <pc:docMk/>
            <pc:sldMk cId="3929553163" sldId="258"/>
            <ac:spMk id="4" creationId="{9947A749-E4FE-4EBF-F49F-B413E892C32D}"/>
          </ac:spMkLst>
        </pc:spChg>
        <pc:spChg chg="mod ord">
          <ac:chgData name="Vadan Khan" userId="a9b988e12a7c4ce8" providerId="LiveId" clId="{5A85FF83-C054-4DF5-A27B-E3784D8E11FA}" dt="2025-12-18T14:19:51.983" v="524" actId="120"/>
          <ac:spMkLst>
            <pc:docMk/>
            <pc:sldMk cId="3929553163" sldId="258"/>
            <ac:spMk id="6" creationId="{24C39A47-14D0-6FE8-F8EF-8E3416A959F4}"/>
          </ac:spMkLst>
        </pc:spChg>
        <pc:picChg chg="add mod modCrop">
          <ac:chgData name="Vadan Khan" userId="a9b988e12a7c4ce8" providerId="LiveId" clId="{5A85FF83-C054-4DF5-A27B-E3784D8E11FA}" dt="2025-12-18T14:55:02.929" v="703" actId="1076"/>
          <ac:picMkLst>
            <pc:docMk/>
            <pc:sldMk cId="3929553163" sldId="258"/>
            <ac:picMk id="9" creationId="{2D70D1F5-8C11-F35A-1744-C4D2B63AC526}"/>
          </ac:picMkLst>
        </pc:picChg>
        <pc:picChg chg="add mod modCrop">
          <ac:chgData name="Vadan Khan" userId="a9b988e12a7c4ce8" providerId="LiveId" clId="{5A85FF83-C054-4DF5-A27B-E3784D8E11FA}" dt="2025-12-18T16:42:15.544" v="3165" actId="1076"/>
          <ac:picMkLst>
            <pc:docMk/>
            <pc:sldMk cId="3929553163" sldId="258"/>
            <ac:picMk id="18" creationId="{20AF98D7-A3E8-0B46-1F26-76F2EE22B86A}"/>
          </ac:picMkLst>
        </pc:picChg>
        <pc:picChg chg="add mod">
          <ac:chgData name="Vadan Khan" userId="a9b988e12a7c4ce8" providerId="LiveId" clId="{5A85FF83-C054-4DF5-A27B-E3784D8E11FA}" dt="2025-12-18T14:53:00.977" v="694" actId="1076"/>
          <ac:picMkLst>
            <pc:docMk/>
            <pc:sldMk cId="3929553163" sldId="258"/>
            <ac:picMk id="3076" creationId="{742E9624-EFC2-838D-2EEF-EDFEA2E8B851}"/>
          </ac:picMkLst>
        </pc:picChg>
        <pc:picChg chg="add mod">
          <ac:chgData name="Vadan Khan" userId="a9b988e12a7c4ce8" providerId="LiveId" clId="{5A85FF83-C054-4DF5-A27B-E3784D8E11FA}" dt="2025-12-18T15:08:29.761" v="857" actId="1076"/>
          <ac:picMkLst>
            <pc:docMk/>
            <pc:sldMk cId="3929553163" sldId="258"/>
            <ac:picMk id="3078" creationId="{7731329C-205F-B7A9-9214-8BC93B502C01}"/>
          </ac:picMkLst>
        </pc:picChg>
        <pc:cxnChg chg="add mod">
          <ac:chgData name="Vadan Khan" userId="a9b988e12a7c4ce8" providerId="LiveId" clId="{5A85FF83-C054-4DF5-A27B-E3784D8E11FA}" dt="2025-12-18T15:21:47.991" v="2050" actId="14100"/>
          <ac:cxnSpMkLst>
            <pc:docMk/>
            <pc:sldMk cId="3929553163" sldId="258"/>
            <ac:cxnSpMk id="12" creationId="{7B64D2B1-DC83-A0E3-2251-BEE28540D5E6}"/>
          </ac:cxnSpMkLst>
        </pc:cxnChg>
      </pc:sldChg>
      <pc:sldChg chg="addSp modSp mod">
        <pc:chgData name="Vadan Khan" userId="a9b988e12a7c4ce8" providerId="LiveId" clId="{5A85FF83-C054-4DF5-A27B-E3784D8E11FA}" dt="2025-12-18T15:23:47.008" v="2094" actId="20577"/>
        <pc:sldMkLst>
          <pc:docMk/>
          <pc:sldMk cId="3531299769" sldId="259"/>
        </pc:sldMkLst>
        <pc:spChg chg="mod">
          <ac:chgData name="Vadan Khan" userId="a9b988e12a7c4ce8" providerId="LiveId" clId="{5A85FF83-C054-4DF5-A27B-E3784D8E11FA}" dt="2025-12-18T15:23:47.008" v="2094" actId="20577"/>
          <ac:spMkLst>
            <pc:docMk/>
            <pc:sldMk cId="3531299769" sldId="259"/>
            <ac:spMk id="2" creationId="{999DAF9D-AD50-8B62-2F19-226777C32C64}"/>
          </ac:spMkLst>
        </pc:spChg>
        <pc:spChg chg="mod">
          <ac:chgData name="Vadan Khan" userId="a9b988e12a7c4ce8" providerId="LiveId" clId="{5A85FF83-C054-4DF5-A27B-E3784D8E11FA}" dt="2025-12-18T15:20:11.823" v="1897" actId="27636"/>
          <ac:spMkLst>
            <pc:docMk/>
            <pc:sldMk cId="3531299769" sldId="259"/>
            <ac:spMk id="3" creationId="{B1529B84-81C6-07B4-7F18-495B324B4D91}"/>
          </ac:spMkLst>
        </pc:spChg>
        <pc:spChg chg="add mod ord">
          <ac:chgData name="Vadan Khan" userId="a9b988e12a7c4ce8" providerId="LiveId" clId="{5A85FF83-C054-4DF5-A27B-E3784D8E11FA}" dt="2025-12-18T13:57:53.699" v="263" actId="167"/>
          <ac:spMkLst>
            <pc:docMk/>
            <pc:sldMk cId="3531299769" sldId="259"/>
            <ac:spMk id="4" creationId="{9F8879DC-FEEA-7375-610C-F516FD5C5B0E}"/>
          </ac:spMkLst>
        </pc:spChg>
        <pc:spChg chg="mod">
          <ac:chgData name="Vadan Khan" userId="a9b988e12a7c4ce8" providerId="LiveId" clId="{5A85FF83-C054-4DF5-A27B-E3784D8E11FA}" dt="2025-12-18T14:16:27.370" v="523" actId="207"/>
          <ac:spMkLst>
            <pc:docMk/>
            <pc:sldMk cId="3531299769" sldId="259"/>
            <ac:spMk id="6" creationId="{B3E9444B-ACBB-9005-5E08-92FF62D555F2}"/>
          </ac:spMkLst>
        </pc:spChg>
        <pc:picChg chg="add mod">
          <ac:chgData name="Vadan Khan" userId="a9b988e12a7c4ce8" providerId="LiveId" clId="{5A85FF83-C054-4DF5-A27B-E3784D8E11FA}" dt="2025-12-18T15:21:56.325" v="2053" actId="1076"/>
          <ac:picMkLst>
            <pc:docMk/>
            <pc:sldMk cId="3531299769" sldId="259"/>
            <ac:picMk id="7" creationId="{4D66653C-2683-62A8-CCB6-3EF32BC33EC8}"/>
          </ac:picMkLst>
        </pc:picChg>
      </pc:sldChg>
      <pc:sldChg chg="addSp modSp mod">
        <pc:chgData name="Vadan Khan" userId="a9b988e12a7c4ce8" providerId="LiveId" clId="{5A85FF83-C054-4DF5-A27B-E3784D8E11FA}" dt="2025-12-18T16:26:39.746" v="2487" actId="20577"/>
        <pc:sldMkLst>
          <pc:docMk/>
          <pc:sldMk cId="1005480327" sldId="260"/>
        </pc:sldMkLst>
        <pc:spChg chg="mod">
          <ac:chgData name="Vadan Khan" userId="a9b988e12a7c4ce8" providerId="LiveId" clId="{5A85FF83-C054-4DF5-A27B-E3784D8E11FA}" dt="2025-12-18T16:26:39.746" v="2487" actId="20577"/>
          <ac:spMkLst>
            <pc:docMk/>
            <pc:sldMk cId="1005480327" sldId="260"/>
            <ac:spMk id="2" creationId="{6661EA3D-BF14-8F94-AF1C-8E4C82C2BF02}"/>
          </ac:spMkLst>
        </pc:spChg>
        <pc:spChg chg="add mod ord">
          <ac:chgData name="Vadan Khan" userId="a9b988e12a7c4ce8" providerId="LiveId" clId="{5A85FF83-C054-4DF5-A27B-E3784D8E11FA}" dt="2025-12-18T13:58:07.621" v="267" actId="167"/>
          <ac:spMkLst>
            <pc:docMk/>
            <pc:sldMk cId="1005480327" sldId="260"/>
            <ac:spMk id="3" creationId="{8E63D24D-A814-8A82-34A6-AC161FDB9853}"/>
          </ac:spMkLst>
        </pc:spChg>
        <pc:spChg chg="mod">
          <ac:chgData name="Vadan Khan" userId="a9b988e12a7c4ce8" providerId="LiveId" clId="{5A85FF83-C054-4DF5-A27B-E3784D8E11FA}" dt="2025-12-18T14:20:31.041" v="535" actId="207"/>
          <ac:spMkLst>
            <pc:docMk/>
            <pc:sldMk cId="1005480327" sldId="260"/>
            <ac:spMk id="8" creationId="{A9AF762B-DE14-F66C-4ED2-37E450672B43}"/>
          </ac:spMkLst>
        </pc:spChg>
        <pc:spChg chg="add mod">
          <ac:chgData name="Vadan Khan" userId="a9b988e12a7c4ce8" providerId="LiveId" clId="{5A85FF83-C054-4DF5-A27B-E3784D8E11FA}" dt="2025-12-18T15:28:10.913" v="2175" actId="208"/>
          <ac:spMkLst>
            <pc:docMk/>
            <pc:sldMk cId="1005480327" sldId="260"/>
            <ac:spMk id="9" creationId="{B6092550-B0F1-2B20-24D2-3EBB437A716B}"/>
          </ac:spMkLst>
        </pc:spChg>
        <pc:picChg chg="add mod">
          <ac:chgData name="Vadan Khan" userId="a9b988e12a7c4ce8" providerId="LiveId" clId="{5A85FF83-C054-4DF5-A27B-E3784D8E11FA}" dt="2025-12-18T15:26:05.172" v="2153" actId="1076"/>
          <ac:picMkLst>
            <pc:docMk/>
            <pc:sldMk cId="1005480327" sldId="260"/>
            <ac:picMk id="5" creationId="{25DCA71F-51F2-A807-F83D-F101379413A8}"/>
          </ac:picMkLst>
        </pc:picChg>
        <pc:picChg chg="add mod">
          <ac:chgData name="Vadan Khan" userId="a9b988e12a7c4ce8" providerId="LiveId" clId="{5A85FF83-C054-4DF5-A27B-E3784D8E11FA}" dt="2025-12-18T15:28:24.623" v="2177" actId="1076"/>
          <ac:picMkLst>
            <pc:docMk/>
            <pc:sldMk cId="1005480327" sldId="260"/>
            <ac:picMk id="7" creationId="{8759EB10-5070-ABFB-00AC-9D0ABEE898DA}"/>
          </ac:picMkLst>
        </pc:picChg>
        <pc:picChg chg="mod modCrop">
          <ac:chgData name="Vadan Khan" userId="a9b988e12a7c4ce8" providerId="LiveId" clId="{5A85FF83-C054-4DF5-A27B-E3784D8E11FA}" dt="2025-12-18T15:26:08.025" v="2154" actId="1076"/>
          <ac:picMkLst>
            <pc:docMk/>
            <pc:sldMk cId="1005480327" sldId="260"/>
            <ac:picMk id="12" creationId="{16443418-5107-D113-B065-6132D03A96B3}"/>
          </ac:picMkLst>
        </pc:picChg>
      </pc:sldChg>
      <pc:sldChg chg="addSp delSp modSp mod">
        <pc:chgData name="Vadan Khan" userId="a9b988e12a7c4ce8" providerId="LiveId" clId="{5A85FF83-C054-4DF5-A27B-E3784D8E11FA}" dt="2025-12-18T16:26:50.937" v="2490" actId="20577"/>
        <pc:sldMkLst>
          <pc:docMk/>
          <pc:sldMk cId="2326360311" sldId="261"/>
        </pc:sldMkLst>
        <pc:spChg chg="mod">
          <ac:chgData name="Vadan Khan" userId="a9b988e12a7c4ce8" providerId="LiveId" clId="{5A85FF83-C054-4DF5-A27B-E3784D8E11FA}" dt="2025-12-18T16:26:50.937" v="2490" actId="20577"/>
          <ac:spMkLst>
            <pc:docMk/>
            <pc:sldMk cId="2326360311" sldId="261"/>
            <ac:spMk id="2" creationId="{E018EF54-EEAC-4B07-E091-2DE2173CC5A6}"/>
          </ac:spMkLst>
        </pc:spChg>
        <pc:spChg chg="add mod ord">
          <ac:chgData name="Vadan Khan" userId="a9b988e12a7c4ce8" providerId="LiveId" clId="{5A85FF83-C054-4DF5-A27B-E3784D8E11FA}" dt="2025-12-18T15:29:04.780" v="2186" actId="1076"/>
          <ac:spMkLst>
            <pc:docMk/>
            <pc:sldMk cId="2326360311" sldId="261"/>
            <ac:spMk id="3" creationId="{3AD23CC8-6D88-A8FF-5D92-EE69A63652B2}"/>
          </ac:spMkLst>
        </pc:spChg>
        <pc:spChg chg="mod">
          <ac:chgData name="Vadan Khan" userId="a9b988e12a7c4ce8" providerId="LiveId" clId="{5A85FF83-C054-4DF5-A27B-E3784D8E11FA}" dt="2025-12-18T14:20:50.625" v="539" actId="20577"/>
          <ac:spMkLst>
            <pc:docMk/>
            <pc:sldMk cId="2326360311" sldId="261"/>
            <ac:spMk id="9" creationId="{8651C69E-868B-5C87-B3D9-77B23D834389}"/>
          </ac:spMkLst>
        </pc:spChg>
        <pc:spChg chg="mod">
          <ac:chgData name="Vadan Khan" userId="a9b988e12a7c4ce8" providerId="LiveId" clId="{5A85FF83-C054-4DF5-A27B-E3784D8E11FA}" dt="2025-12-18T15:33:23.018" v="2272"/>
          <ac:spMkLst>
            <pc:docMk/>
            <pc:sldMk cId="2326360311" sldId="261"/>
            <ac:spMk id="24" creationId="{9875C9F4-C731-84F8-B901-273C1158E500}"/>
          </ac:spMkLst>
        </pc:spChg>
        <pc:grpChg chg="add mod">
          <ac:chgData name="Vadan Khan" userId="a9b988e12a7c4ce8" providerId="LiveId" clId="{5A85FF83-C054-4DF5-A27B-E3784D8E11FA}" dt="2025-12-18T16:25:45.039" v="2411" actId="14100"/>
          <ac:grpSpMkLst>
            <pc:docMk/>
            <pc:sldMk cId="2326360311" sldId="261"/>
            <ac:grpSpMk id="21" creationId="{23986E7E-554B-48DB-2BE4-3FF461FD9878}"/>
          </ac:grpSpMkLst>
        </pc:grpChg>
        <pc:picChg chg="mod">
          <ac:chgData name="Vadan Khan" userId="a9b988e12a7c4ce8" providerId="LiveId" clId="{5A85FF83-C054-4DF5-A27B-E3784D8E11FA}" dt="2025-12-18T16:25:39.556" v="2409" actId="1076"/>
          <ac:picMkLst>
            <pc:docMk/>
            <pc:sldMk cId="2326360311" sldId="261"/>
            <ac:picMk id="8" creationId="{4D00F17B-B5F2-1A7A-FC1C-DC5DD90CE8EE}"/>
          </ac:picMkLst>
        </pc:picChg>
        <pc:cxnChg chg="mod">
          <ac:chgData name="Vadan Khan" userId="a9b988e12a7c4ce8" providerId="LiveId" clId="{5A85FF83-C054-4DF5-A27B-E3784D8E11FA}" dt="2025-12-18T15:33:23.018" v="2272"/>
          <ac:cxnSpMkLst>
            <pc:docMk/>
            <pc:sldMk cId="2326360311" sldId="261"/>
            <ac:cxnSpMk id="22" creationId="{1AFD4088-C9FE-98A1-B011-65E6E6F1ECA0}"/>
          </ac:cxnSpMkLst>
        </pc:cxnChg>
        <pc:cxnChg chg="mod">
          <ac:chgData name="Vadan Khan" userId="a9b988e12a7c4ce8" providerId="LiveId" clId="{5A85FF83-C054-4DF5-A27B-E3784D8E11FA}" dt="2025-12-18T15:33:23.018" v="2272"/>
          <ac:cxnSpMkLst>
            <pc:docMk/>
            <pc:sldMk cId="2326360311" sldId="261"/>
            <ac:cxnSpMk id="23" creationId="{0297F159-6327-3940-83DD-32E0EE06FC8D}"/>
          </ac:cxnSpMkLst>
        </pc:cxnChg>
      </pc:sldChg>
      <pc:sldChg chg="addSp modSp mod">
        <pc:chgData name="Vadan Khan" userId="a9b988e12a7c4ce8" providerId="LiveId" clId="{5A85FF83-C054-4DF5-A27B-E3784D8E11FA}" dt="2025-12-18T16:47:13.027" v="3755" actId="14100"/>
        <pc:sldMkLst>
          <pc:docMk/>
          <pc:sldMk cId="1385520545" sldId="263"/>
        </pc:sldMkLst>
        <pc:spChg chg="mod">
          <ac:chgData name="Vadan Khan" userId="a9b988e12a7c4ce8" providerId="LiveId" clId="{5A85FF83-C054-4DF5-A27B-E3784D8E11FA}" dt="2025-12-18T16:42:01.129" v="3164" actId="20577"/>
          <ac:spMkLst>
            <pc:docMk/>
            <pc:sldMk cId="1385520545" sldId="263"/>
            <ac:spMk id="2" creationId="{9893062A-3006-97C7-F99B-B1FBF9A952C2}"/>
          </ac:spMkLst>
        </pc:spChg>
        <pc:spChg chg="mod">
          <ac:chgData name="Vadan Khan" userId="a9b988e12a7c4ce8" providerId="LiveId" clId="{5A85FF83-C054-4DF5-A27B-E3784D8E11FA}" dt="2025-12-18T16:47:13.027" v="3755" actId="14100"/>
          <ac:spMkLst>
            <pc:docMk/>
            <pc:sldMk cId="1385520545" sldId="263"/>
            <ac:spMk id="3" creationId="{6B639F2A-854A-337A-5445-10B9994D282D}"/>
          </ac:spMkLst>
        </pc:spChg>
        <pc:spChg chg="mod">
          <ac:chgData name="Vadan Khan" userId="a9b988e12a7c4ce8" providerId="LiveId" clId="{5A85FF83-C054-4DF5-A27B-E3784D8E11FA}" dt="2025-12-18T14:38:17.698" v="547" actId="14100"/>
          <ac:spMkLst>
            <pc:docMk/>
            <pc:sldMk cId="1385520545" sldId="263"/>
            <ac:spMk id="4" creationId="{748BE957-0889-1826-DD64-2ADAA45049B2}"/>
          </ac:spMkLst>
        </pc:spChg>
        <pc:spChg chg="add mod">
          <ac:chgData name="Vadan Khan" userId="a9b988e12a7c4ce8" providerId="LiveId" clId="{5A85FF83-C054-4DF5-A27B-E3784D8E11FA}" dt="2025-12-18T13:57:15.993" v="261"/>
          <ac:spMkLst>
            <pc:docMk/>
            <pc:sldMk cId="1385520545" sldId="263"/>
            <ac:spMk id="5" creationId="{361A764C-1D4E-BE36-FF6D-F55F1B807A47}"/>
          </ac:spMkLst>
        </pc:spChg>
      </pc:sldChg>
      <pc:sldChg chg="addSp delSp modSp mod">
        <pc:chgData name="Vadan Khan" userId="a9b988e12a7c4ce8" providerId="LiveId" clId="{5A85FF83-C054-4DF5-A27B-E3784D8E11FA}" dt="2025-12-18T16:31:06.473" v="2662" actId="1076"/>
        <pc:sldMkLst>
          <pc:docMk/>
          <pc:sldMk cId="44243701" sldId="265"/>
        </pc:sldMkLst>
        <pc:spChg chg="mod">
          <ac:chgData name="Vadan Khan" userId="a9b988e12a7c4ce8" providerId="LiveId" clId="{5A85FF83-C054-4DF5-A27B-E3784D8E11FA}" dt="2025-12-18T16:27:55.797" v="2527" actId="20577"/>
          <ac:spMkLst>
            <pc:docMk/>
            <pc:sldMk cId="44243701" sldId="265"/>
            <ac:spMk id="2" creationId="{283E7056-F608-8623-EAA8-3A73F73E887D}"/>
          </ac:spMkLst>
        </pc:spChg>
        <pc:spChg chg="add mod ord">
          <ac:chgData name="Vadan Khan" userId="a9b988e12a7c4ce8" providerId="LiveId" clId="{5A85FF83-C054-4DF5-A27B-E3784D8E11FA}" dt="2025-12-18T15:41:31.530" v="2332" actId="1076"/>
          <ac:spMkLst>
            <pc:docMk/>
            <pc:sldMk cId="44243701" sldId="265"/>
            <ac:spMk id="5" creationId="{96893150-A202-278C-E2A4-AB206B542032}"/>
          </ac:spMkLst>
        </pc:spChg>
        <pc:spChg chg="mod">
          <ac:chgData name="Vadan Khan" userId="a9b988e12a7c4ce8" providerId="LiveId" clId="{5A85FF83-C054-4DF5-A27B-E3784D8E11FA}" dt="2025-12-18T14:22:53.777" v="542" actId="14100"/>
          <ac:spMkLst>
            <pc:docMk/>
            <pc:sldMk cId="44243701" sldId="265"/>
            <ac:spMk id="9" creationId="{DD706FA5-45FF-DC01-3EB0-2D86267629D6}"/>
          </ac:spMkLst>
        </pc:spChg>
        <pc:spChg chg="mod">
          <ac:chgData name="Vadan Khan" userId="a9b988e12a7c4ce8" providerId="LiveId" clId="{5A85FF83-C054-4DF5-A27B-E3784D8E11FA}" dt="2025-12-18T16:30:50.398" v="2617" actId="27636"/>
          <ac:spMkLst>
            <pc:docMk/>
            <pc:sldMk cId="44243701" sldId="265"/>
            <ac:spMk id="10" creationId="{19D0390C-F2CC-D709-0F43-4DB9C55F0BFD}"/>
          </ac:spMkLst>
        </pc:spChg>
        <pc:spChg chg="mod">
          <ac:chgData name="Vadan Khan" userId="a9b988e12a7c4ce8" providerId="LiveId" clId="{5A85FF83-C054-4DF5-A27B-E3784D8E11FA}" dt="2025-12-18T16:31:06.473" v="2662" actId="1076"/>
          <ac:spMkLst>
            <pc:docMk/>
            <pc:sldMk cId="44243701" sldId="265"/>
            <ac:spMk id="11" creationId="{B1E03876-17CD-DD54-E088-76FF240DF3CF}"/>
          </ac:spMkLst>
        </pc:spChg>
        <pc:spChg chg="mod topLvl">
          <ac:chgData name="Vadan Khan" userId="a9b988e12a7c4ce8" providerId="LiveId" clId="{5A85FF83-C054-4DF5-A27B-E3784D8E11FA}" dt="2025-12-18T15:39:18.325" v="2296" actId="164"/>
          <ac:spMkLst>
            <pc:docMk/>
            <pc:sldMk cId="44243701" sldId="265"/>
            <ac:spMk id="18" creationId="{4B6F7319-0991-586B-9F8D-5EAE35454935}"/>
          </ac:spMkLst>
        </pc:spChg>
        <pc:spChg chg="mod">
          <ac:chgData name="Vadan Khan" userId="a9b988e12a7c4ce8" providerId="LiveId" clId="{5A85FF83-C054-4DF5-A27B-E3784D8E11FA}" dt="2025-12-18T16:28:53.151" v="2538"/>
          <ac:spMkLst>
            <pc:docMk/>
            <pc:sldMk cId="44243701" sldId="265"/>
            <ac:spMk id="23" creationId="{96D63C23-9E03-53EC-F648-098AD93233F1}"/>
          </ac:spMkLst>
        </pc:spChg>
        <pc:grpChg chg="add mod">
          <ac:chgData name="Vadan Khan" userId="a9b988e12a7c4ce8" providerId="LiveId" clId="{5A85FF83-C054-4DF5-A27B-E3784D8E11FA}" dt="2025-12-18T16:30:13.148" v="2564" actId="14100"/>
          <ac:grpSpMkLst>
            <pc:docMk/>
            <pc:sldMk cId="44243701" sldId="265"/>
            <ac:grpSpMk id="19" creationId="{E4B4E8FC-91A7-BE19-FCEC-FA2B265BA49D}"/>
          </ac:grpSpMkLst>
        </pc:grpChg>
        <pc:grpChg chg="add mod">
          <ac:chgData name="Vadan Khan" userId="a9b988e12a7c4ce8" providerId="LiveId" clId="{5A85FF83-C054-4DF5-A27B-E3784D8E11FA}" dt="2025-12-18T16:30:25.984" v="2568" actId="14100"/>
          <ac:grpSpMkLst>
            <pc:docMk/>
            <pc:sldMk cId="44243701" sldId="265"/>
            <ac:grpSpMk id="20" creationId="{E1471E4F-8BB1-33DA-ED49-F2264C443291}"/>
          </ac:grpSpMkLst>
        </pc:grpChg>
        <pc:picChg chg="mod modCrop">
          <ac:chgData name="Vadan Khan" userId="a9b988e12a7c4ce8" providerId="LiveId" clId="{5A85FF83-C054-4DF5-A27B-E3784D8E11FA}" dt="2025-12-18T16:29:55.315" v="2560" actId="14100"/>
          <ac:picMkLst>
            <pc:docMk/>
            <pc:sldMk cId="44243701" sldId="265"/>
            <ac:picMk id="13" creationId="{2EB112C5-9001-4587-922E-19AD6FE85701}"/>
          </ac:picMkLst>
        </pc:picChg>
        <pc:picChg chg="mod modCrop">
          <ac:chgData name="Vadan Khan" userId="a9b988e12a7c4ce8" providerId="LiveId" clId="{5A85FF83-C054-4DF5-A27B-E3784D8E11FA}" dt="2025-12-18T16:30:01.375" v="2562" actId="1076"/>
          <ac:picMkLst>
            <pc:docMk/>
            <pc:sldMk cId="44243701" sldId="265"/>
            <ac:picMk id="17" creationId="{5414243C-992D-B1BC-C292-59A49D0C603E}"/>
          </ac:picMkLst>
        </pc:picChg>
        <pc:cxnChg chg="mod topLvl">
          <ac:chgData name="Vadan Khan" userId="a9b988e12a7c4ce8" providerId="LiveId" clId="{5A85FF83-C054-4DF5-A27B-E3784D8E11FA}" dt="2025-12-18T15:39:18.325" v="2296" actId="164"/>
          <ac:cxnSpMkLst>
            <pc:docMk/>
            <pc:sldMk cId="44243701" sldId="265"/>
            <ac:cxnSpMk id="15" creationId="{623374AC-1F13-C2C5-5524-F3B0594C1049}"/>
          </ac:cxnSpMkLst>
        </pc:cxnChg>
        <pc:cxnChg chg="mod topLvl">
          <ac:chgData name="Vadan Khan" userId="a9b988e12a7c4ce8" providerId="LiveId" clId="{5A85FF83-C054-4DF5-A27B-E3784D8E11FA}" dt="2025-12-18T15:39:18.325" v="2296" actId="164"/>
          <ac:cxnSpMkLst>
            <pc:docMk/>
            <pc:sldMk cId="44243701" sldId="265"/>
            <ac:cxnSpMk id="16" creationId="{AB626B67-4BBA-4A39-0130-C4125E69969B}"/>
          </ac:cxnSpMkLst>
        </pc:cxnChg>
        <pc:cxnChg chg="mod">
          <ac:chgData name="Vadan Khan" userId="a9b988e12a7c4ce8" providerId="LiveId" clId="{5A85FF83-C054-4DF5-A27B-E3784D8E11FA}" dt="2025-12-18T16:28:53.151" v="2538"/>
          <ac:cxnSpMkLst>
            <pc:docMk/>
            <pc:sldMk cId="44243701" sldId="265"/>
            <ac:cxnSpMk id="21" creationId="{007C7E01-F3E4-320C-A838-2C9DD011821E}"/>
          </ac:cxnSpMkLst>
        </pc:cxnChg>
        <pc:cxnChg chg="mod">
          <ac:chgData name="Vadan Khan" userId="a9b988e12a7c4ce8" providerId="LiveId" clId="{5A85FF83-C054-4DF5-A27B-E3784D8E11FA}" dt="2025-12-18T16:28:53.151" v="2538"/>
          <ac:cxnSpMkLst>
            <pc:docMk/>
            <pc:sldMk cId="44243701" sldId="265"/>
            <ac:cxnSpMk id="22" creationId="{3FD4F653-5B14-AEC8-24FC-9A8D7BCA3D49}"/>
          </ac:cxnSpMkLst>
        </pc:cxnChg>
      </pc:sldChg>
      <pc:sldChg chg="addSp delSp modSp mod">
        <pc:chgData name="Vadan Khan" userId="a9b988e12a7c4ce8" providerId="LiveId" clId="{5A85FF83-C054-4DF5-A27B-E3784D8E11FA}" dt="2025-12-18T16:32:59.927" v="2738" actId="14100"/>
        <pc:sldMkLst>
          <pc:docMk/>
          <pc:sldMk cId="268211548" sldId="266"/>
        </pc:sldMkLst>
        <pc:spChg chg="mod">
          <ac:chgData name="Vadan Khan" userId="a9b988e12a7c4ce8" providerId="LiveId" clId="{5A85FF83-C054-4DF5-A27B-E3784D8E11FA}" dt="2025-12-18T16:31:25.833" v="2685" actId="20577"/>
          <ac:spMkLst>
            <pc:docMk/>
            <pc:sldMk cId="268211548" sldId="266"/>
            <ac:spMk id="2" creationId="{22B1A71E-6BC1-558C-DD62-09D243D34871}"/>
          </ac:spMkLst>
        </pc:spChg>
        <pc:spChg chg="add mod ord">
          <ac:chgData name="Vadan Khan" userId="a9b988e12a7c4ce8" providerId="LiveId" clId="{5A85FF83-C054-4DF5-A27B-E3784D8E11FA}" dt="2025-12-18T13:58:24.731" v="270" actId="167"/>
          <ac:spMkLst>
            <pc:docMk/>
            <pc:sldMk cId="268211548" sldId="266"/>
            <ac:spMk id="3" creationId="{CA2B6D8D-293F-20E6-9963-B1E8BEB145B2}"/>
          </ac:spMkLst>
        </pc:spChg>
        <pc:spChg chg="mod">
          <ac:chgData name="Vadan Khan" userId="a9b988e12a7c4ce8" providerId="LiveId" clId="{5A85FF83-C054-4DF5-A27B-E3784D8E11FA}" dt="2025-12-18T14:23:04.454" v="544" actId="14100"/>
          <ac:spMkLst>
            <pc:docMk/>
            <pc:sldMk cId="268211548" sldId="266"/>
            <ac:spMk id="9" creationId="{43C52186-BE25-03BC-C997-8A56803D0A4E}"/>
          </ac:spMkLst>
        </pc:spChg>
        <pc:picChg chg="mod">
          <ac:chgData name="Vadan Khan" userId="a9b988e12a7c4ce8" providerId="LiveId" clId="{5A85FF83-C054-4DF5-A27B-E3784D8E11FA}" dt="2025-12-18T16:32:59.927" v="2738" actId="14100"/>
          <ac:picMkLst>
            <pc:docMk/>
            <pc:sldMk cId="268211548" sldId="266"/>
            <ac:picMk id="14" creationId="{C778E476-36C3-472C-269E-4BA62CF0E1B3}"/>
          </ac:picMkLst>
        </pc:picChg>
      </pc:sldChg>
      <pc:sldChg chg="addSp delSp modSp add mod ord">
        <pc:chgData name="Vadan Khan" userId="a9b988e12a7c4ce8" providerId="LiveId" clId="{5A85FF83-C054-4DF5-A27B-E3784D8E11FA}" dt="2025-12-18T16:49:48.237" v="4183" actId="6549"/>
        <pc:sldMkLst>
          <pc:docMk/>
          <pc:sldMk cId="3838257198" sldId="267"/>
        </pc:sldMkLst>
        <pc:spChg chg="mod">
          <ac:chgData name="Vadan Khan" userId="a9b988e12a7c4ce8" providerId="LiveId" clId="{5A85FF83-C054-4DF5-A27B-E3784D8E11FA}" dt="2025-12-18T15:23:53.463" v="2109" actId="20577"/>
          <ac:spMkLst>
            <pc:docMk/>
            <pc:sldMk cId="3838257198" sldId="267"/>
            <ac:spMk id="2" creationId="{6544548E-61C0-1DE5-53E2-40BC1AE0EEE3}"/>
          </ac:spMkLst>
        </pc:spChg>
        <pc:spChg chg="add mod">
          <ac:chgData name="Vadan Khan" userId="a9b988e12a7c4ce8" providerId="LiveId" clId="{5A85FF83-C054-4DF5-A27B-E3784D8E11FA}" dt="2025-12-18T14:55:50.915" v="723"/>
          <ac:spMkLst>
            <pc:docMk/>
            <pc:sldMk cId="3838257198" sldId="267"/>
            <ac:spMk id="10" creationId="{4EE2525F-A101-1A04-C642-2A22FDEB3890}"/>
          </ac:spMkLst>
        </pc:spChg>
        <pc:spChg chg="add mod">
          <ac:chgData name="Vadan Khan" userId="a9b988e12a7c4ce8" providerId="LiveId" clId="{5A85FF83-C054-4DF5-A27B-E3784D8E11FA}" dt="2025-12-18T16:49:48.237" v="4183" actId="6549"/>
          <ac:spMkLst>
            <pc:docMk/>
            <pc:sldMk cId="3838257198" sldId="267"/>
            <ac:spMk id="11" creationId="{425CB8D4-053B-3E9A-2AB9-D8DF22BA5D4D}"/>
          </ac:spMkLst>
        </pc:spChg>
        <pc:picChg chg="add mod">
          <ac:chgData name="Vadan Khan" userId="a9b988e12a7c4ce8" providerId="LiveId" clId="{5A85FF83-C054-4DF5-A27B-E3784D8E11FA}" dt="2025-12-18T16:47:45.092" v="3763" actId="1076"/>
          <ac:picMkLst>
            <pc:docMk/>
            <pc:sldMk cId="3838257198" sldId="267"/>
            <ac:picMk id="13" creationId="{CD3589FF-B464-B834-92D3-F69C8725CE83}"/>
          </ac:picMkLst>
        </pc:picChg>
        <pc:cxnChg chg="add mod">
          <ac:chgData name="Vadan Khan" userId="a9b988e12a7c4ce8" providerId="LiveId" clId="{5A85FF83-C054-4DF5-A27B-E3784D8E11FA}" dt="2025-12-18T16:47:55.029" v="3770" actId="14100"/>
          <ac:cxnSpMkLst>
            <pc:docMk/>
            <pc:sldMk cId="3838257198" sldId="267"/>
            <ac:cxnSpMk id="15" creationId="{0A4F39F3-8E38-8780-90C7-CB91AD3F7E3D}"/>
          </ac:cxnSpMkLst>
        </pc:cxnChg>
      </pc:sldChg>
      <pc:sldChg chg="addSp delSp modSp add mod">
        <pc:chgData name="Vadan Khan" userId="a9b988e12a7c4ce8" providerId="LiveId" clId="{5A85FF83-C054-4DF5-A27B-E3784D8E11FA}" dt="2025-12-18T16:29:35.249" v="2553" actId="14100"/>
        <pc:sldMkLst>
          <pc:docMk/>
          <pc:sldMk cId="2901738332" sldId="268"/>
        </pc:sldMkLst>
        <pc:spChg chg="mod">
          <ac:chgData name="Vadan Khan" userId="a9b988e12a7c4ce8" providerId="LiveId" clId="{5A85FF83-C054-4DF5-A27B-E3784D8E11FA}" dt="2025-12-18T16:27:00.581" v="2504" actId="20577"/>
          <ac:spMkLst>
            <pc:docMk/>
            <pc:sldMk cId="2901738332" sldId="268"/>
            <ac:spMk id="2" creationId="{E1BD077D-0C62-24A1-D7B7-08F5045BE84E}"/>
          </ac:spMkLst>
        </pc:spChg>
        <pc:spChg chg="mod">
          <ac:chgData name="Vadan Khan" userId="a9b988e12a7c4ce8" providerId="LiveId" clId="{5A85FF83-C054-4DF5-A27B-E3784D8E11FA}" dt="2025-12-18T16:27:07.243" v="2507" actId="1076"/>
          <ac:spMkLst>
            <pc:docMk/>
            <pc:sldMk cId="2901738332" sldId="268"/>
            <ac:spMk id="3" creationId="{982BCB6C-2E94-CE1B-6D80-E0FEED7A58AD}"/>
          </ac:spMkLst>
        </pc:spChg>
        <pc:grpChg chg="mod">
          <ac:chgData name="Vadan Khan" userId="a9b988e12a7c4ce8" providerId="LiveId" clId="{5A85FF83-C054-4DF5-A27B-E3784D8E11FA}" dt="2025-12-18T16:29:35.249" v="2553" actId="14100"/>
          <ac:grpSpMkLst>
            <pc:docMk/>
            <pc:sldMk cId="2901738332" sldId="268"/>
            <ac:grpSpMk id="20" creationId="{957DAE6B-5850-E3D6-F230-5F72B6A39BE2}"/>
          </ac:grpSpMkLst>
        </pc:grpChg>
        <pc:picChg chg="mod">
          <ac:chgData name="Vadan Khan" userId="a9b988e12a7c4ce8" providerId="LiveId" clId="{5A85FF83-C054-4DF5-A27B-E3784D8E11FA}" dt="2025-12-18T16:29:33.656" v="2552" actId="1076"/>
          <ac:picMkLst>
            <pc:docMk/>
            <pc:sldMk cId="2901738332" sldId="268"/>
            <ac:picMk id="6" creationId="{6B40F811-DA8C-015B-FB98-E7FE6CBDC88E}"/>
          </ac:picMkLst>
        </pc:picChg>
      </pc:sldChg>
      <pc:sldChg chg="addSp delSp modSp add mod">
        <pc:chgData name="Vadan Khan" userId="a9b988e12a7c4ce8" providerId="LiveId" clId="{5A85FF83-C054-4DF5-A27B-E3784D8E11FA}" dt="2025-12-18T16:38:03.954" v="2741" actId="1076"/>
        <pc:sldMkLst>
          <pc:docMk/>
          <pc:sldMk cId="4165344846" sldId="269"/>
        </pc:sldMkLst>
        <pc:spChg chg="mod">
          <ac:chgData name="Vadan Khan" userId="a9b988e12a7c4ce8" providerId="LiveId" clId="{5A85FF83-C054-4DF5-A27B-E3784D8E11FA}" dt="2025-12-18T16:32:18.284" v="2720" actId="20577"/>
          <ac:spMkLst>
            <pc:docMk/>
            <pc:sldMk cId="4165344846" sldId="269"/>
            <ac:spMk id="2" creationId="{BDD4715E-B566-7CBC-AE90-F69A58BF8A20}"/>
          </ac:spMkLst>
        </pc:spChg>
        <pc:picChg chg="mod">
          <ac:chgData name="Vadan Khan" userId="a9b988e12a7c4ce8" providerId="LiveId" clId="{5A85FF83-C054-4DF5-A27B-E3784D8E11FA}" dt="2025-12-18T16:38:03.954" v="2741" actId="1076"/>
          <ac:picMkLst>
            <pc:docMk/>
            <pc:sldMk cId="4165344846" sldId="269"/>
            <ac:picMk id="6" creationId="{1439BE08-4C0A-DC49-DCF3-91195EE78DE4}"/>
          </ac:picMkLst>
        </pc:picChg>
      </pc:sldChg>
      <pc:sldChg chg="addSp delSp modSp add mod">
        <pc:chgData name="Vadan Khan" userId="a9b988e12a7c4ce8" providerId="LiveId" clId="{5A85FF83-C054-4DF5-A27B-E3784D8E11FA}" dt="2025-12-18T16:41:39.745" v="3129" actId="20577"/>
        <pc:sldMkLst>
          <pc:docMk/>
          <pc:sldMk cId="1656677648" sldId="270"/>
        </pc:sldMkLst>
        <pc:spChg chg="mod">
          <ac:chgData name="Vadan Khan" userId="a9b988e12a7c4ce8" providerId="LiveId" clId="{5A85FF83-C054-4DF5-A27B-E3784D8E11FA}" dt="2025-12-18T16:39:06.450" v="2790" actId="20577"/>
          <ac:spMkLst>
            <pc:docMk/>
            <pc:sldMk cId="1656677648" sldId="270"/>
            <ac:spMk id="2" creationId="{32984A2A-3E84-F1BA-C64E-2F07365C221C}"/>
          </ac:spMkLst>
        </pc:spChg>
        <pc:spChg chg="add mod">
          <ac:chgData name="Vadan Khan" userId="a9b988e12a7c4ce8" providerId="LiveId" clId="{5A85FF83-C054-4DF5-A27B-E3784D8E11FA}" dt="2025-12-18T16:41:38.771" v="3121" actId="27636"/>
          <ac:spMkLst>
            <pc:docMk/>
            <pc:sldMk cId="1656677648" sldId="270"/>
            <ac:spMk id="12" creationId="{B3F5F5E1-7B4E-C622-E1A6-C1E59CDBB2EF}"/>
          </ac:spMkLst>
        </pc:spChg>
        <pc:spChg chg="add mod">
          <ac:chgData name="Vadan Khan" userId="a9b988e12a7c4ce8" providerId="LiveId" clId="{5A85FF83-C054-4DF5-A27B-E3784D8E11FA}" dt="2025-12-18T16:41:39.745" v="3129" actId="20577"/>
          <ac:spMkLst>
            <pc:docMk/>
            <pc:sldMk cId="1656677648" sldId="270"/>
            <ac:spMk id="13" creationId="{C0F27985-862E-6D19-0624-324AD1258C61}"/>
          </ac:spMkLst>
        </pc:spChg>
        <pc:picChg chg="add mod">
          <ac:chgData name="Vadan Khan" userId="a9b988e12a7c4ce8" providerId="LiveId" clId="{5A85FF83-C054-4DF5-A27B-E3784D8E11FA}" dt="2025-12-18T16:39:48.973" v="2811" actId="1076"/>
          <ac:picMkLst>
            <pc:docMk/>
            <pc:sldMk cId="1656677648" sldId="270"/>
            <ac:picMk id="8" creationId="{41D9BB29-CA14-89C8-E6EC-91CA64EBF524}"/>
          </ac:picMkLst>
        </pc:picChg>
        <pc:picChg chg="add mod">
          <ac:chgData name="Vadan Khan" userId="a9b988e12a7c4ce8" providerId="LiveId" clId="{5A85FF83-C054-4DF5-A27B-E3784D8E11FA}" dt="2025-12-18T16:39:51.798" v="2812" actId="1076"/>
          <ac:picMkLst>
            <pc:docMk/>
            <pc:sldMk cId="1656677648" sldId="270"/>
            <ac:picMk id="11" creationId="{D3F08888-ED91-C5CD-AA31-2D9228CEA9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C8FC5-F6F1-9342-BA2C-6011C165F7B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C4EED-C27B-2148-A59E-50C62B1F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1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12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EBA2-0035-D9E9-C549-6DC23F9F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2BDD6-80AA-25B4-B3CB-6B20765E7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DF8B6-B654-9E9D-FCA9-99B71C9E9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75716-ECAD-9155-A7D3-A1782E4C2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5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C282-9E6E-A58E-B4C2-B3591F7A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C52EA-CDAC-D932-FC19-7E9C08A1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9B005-CDF6-088D-2C6E-4BD34537A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5A780-9144-8C31-3A75-8A119A111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11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0CB8-EF9A-5227-492F-A8587A07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00BB6-670D-F477-9BF4-226621B88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C04D9-4A13-1F93-D037-373F11A4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250E2-EEE0-56BF-A34D-268C93872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40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280F-E563-376F-263F-02A93BC1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FD727-17DA-0243-5A68-F726D49F4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C833D-19C3-3953-8876-173CBE5E9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4410-E334-6F62-51FA-0245E5CC5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5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A8AB-9FA9-FD49-54AE-DAD45EE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15356-007B-7D2E-BA96-70F808EF4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78198-7B64-3411-66DA-6BF96DCB8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1C0B6-BC56-2AEE-AFFB-01CFB49A4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C4EED-C27B-2148-A59E-50C62B1FE7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6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096E-7C58-884B-B559-202D0BFB36A6}" type="datetime1">
              <a:rPr lang="en-GB" smtClean="0"/>
              <a:t>25/12/2025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F0406-46DC-634C-B643-70FB1AE3AC49}" type="datetime1">
              <a:rPr lang="en-GB" smtClean="0"/>
              <a:t>25/12/2025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3A506-F8B5-6642-9AA2-A181DF3E70BF}" type="datetime1">
              <a:rPr lang="en-GB" smtClean="0"/>
              <a:t>25/12/2025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45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DD8E-1CE4-AF4B-BFA9-EAC75BFB3D75}" type="datetime1">
              <a:rPr lang="en-GB" smtClean="0"/>
              <a:t>25/12/2025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3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503-FDA1-B242-9804-3C2624CECA6A}" type="datetime1">
              <a:rPr lang="en-GB" smtClean="0"/>
              <a:t>25/12/2025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7738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D3CC-E5A3-1643-9430-303C0890ACDB}" type="datetime1">
              <a:rPr lang="en-GB" smtClean="0"/>
              <a:t>25/12/2025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5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F4D0-5F29-4245-B00C-074D7A4E339D}" type="datetime1">
              <a:rPr lang="en-GB" smtClean="0"/>
              <a:t>25/12/2025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2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65312CA-4290-8846-9D61-92C09A90EF89}" type="datetime1">
              <a:rPr lang="en-GB" smtClean="0"/>
              <a:t>25/12/2025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B9EAE-E724-8345-8346-3FCA35DDB8CE}" type="datetime1">
              <a:rPr lang="en-GB" smtClean="0"/>
              <a:t>25/12/2025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9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F251-1D9B-0840-A3A5-EE7428BC0BF4}" type="datetime1">
              <a:rPr lang="en-GB" smtClean="0"/>
              <a:t>25/12/2025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3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D10E9-BEF2-0044-BC41-D7614ADB551E}" type="datetime1">
              <a:rPr lang="en-GB" smtClean="0"/>
              <a:t>25/12/2025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2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F92503-FDA1-B242-9804-3C2624CECA6A}" type="datetime1">
              <a:rPr lang="en-GB" smtClean="0"/>
              <a:t>25/12/2025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E091662-BB33-D24B-A077-0D796601FC7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2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662F-473D-C5D3-05C2-52912B3EF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tx1"/>
                </a:solidFill>
              </a:rPr>
              <a:t>Optimising Tritium Production in Fusion Breeder Blankets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0AEF7-B3F0-3B4C-E293-DAEDEC53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tx1"/>
                </a:solidFill>
              </a:rPr>
              <a:t>Vadan Khan and Rhodri Peters</a:t>
            </a:r>
          </a:p>
          <a:p>
            <a:r>
              <a:rPr lang="en-GB" noProof="0" dirty="0">
                <a:solidFill>
                  <a:schemeClr val="tx1"/>
                </a:solidFill>
              </a:rPr>
              <a:t>Semester 1 Masters presentation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CC58E3-BDF9-495D-9327-85F68058B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0CA737-33FC-47E3-965A-D1C2CAA6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469A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189942-24EB-488E-8B69-EB80F7E5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151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21585FF-8B8C-DF3B-C199-7CFCEEC358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" t="29281" r="780" b="1592"/>
          <a:stretch>
            <a:fillRect/>
          </a:stretch>
        </p:blipFill>
        <p:spPr bwMode="auto">
          <a:xfrm>
            <a:off x="0" y="0"/>
            <a:ext cx="12474207" cy="701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61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6E7F-F675-E0B4-3911-D41E1807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548E-61C0-1DE5-53E2-40BC1AE0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74" y="263424"/>
            <a:ext cx="11080652" cy="69288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Fusion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C3B9D0-2FEA-2726-FFBF-87B99E43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988" y="6459785"/>
            <a:ext cx="11952849" cy="365125"/>
          </a:xfrm>
        </p:spPr>
        <p:txBody>
          <a:bodyPr/>
          <a:lstStyle/>
          <a:p>
            <a:pPr algn="l"/>
            <a:r>
              <a:rPr lang="en-US" dirty="0" err="1"/>
              <a:t>Heckrotte</a:t>
            </a:r>
            <a:r>
              <a:rPr lang="en-US" dirty="0"/>
              <a:t>, W. and Hiskes, J.R. (1971) ‘Some factors in the choice of D-D, D-T or D-3He mirror fusion power systems’, Nuclear Fusion, 11(5), pp. 471–484. DOI: 10.1088/0029-5515/11/5/009.
Federici, G. et al. (2017) ‘European DEMO design strategy and consequences for materials’, Nuclear Fusion, 57(9), pp. 1–26. DOI: 10.1088/1741-4326/57/9/092002.
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2525F-A101-1A04-C642-2A22FDEB3890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5CB8D4-053B-3E9A-2AB9-D8DF22BA5D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139" y="986541"/>
                <a:ext cx="4921250" cy="510868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92500" lnSpcReduction="1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 Potential for Clean Energy on a Compact Large Scale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Less Radioactive Waste, and the Waste is Safer / Lower Half-life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Neutron activated waste only, no Fission Products or Heavy Actinides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 Potential for Stable Base Load (Compared to Renewables)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Potential for Higher Power Output Density per Land Area (Compared to Renewables)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Different Methods of Plasma Confinement: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MCF Tokamak Geometries Focused in this study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Also Applicable to MCF Stellarators / ICF.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>
                    <a:latin typeface="Cambria Math" panose="02040503050406030204" pitchFamily="18" charset="0"/>
                  </a:rPr>
                  <a:t>D-T Fusion: The Most Practically Achievable Fusion Reaction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 ⟶ 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+17.6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𝑀𝑒𝑉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5CB8D4-053B-3E9A-2AB9-D8DF22BA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9" y="986541"/>
                <a:ext cx="4921250" cy="5108689"/>
              </a:xfrm>
              <a:prstGeom prst="rect">
                <a:avLst/>
              </a:prstGeom>
              <a:blipFill>
                <a:blip r:embed="rId2"/>
                <a:stretch>
                  <a:fillRect l="-2726" t="-1790" r="-38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CD3589FF-B464-B834-92D3-F69C8725CE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8" t="9581" r="8675" b="1907"/>
          <a:stretch>
            <a:fillRect/>
          </a:stretch>
        </p:blipFill>
        <p:spPr>
          <a:xfrm>
            <a:off x="5868395" y="3352671"/>
            <a:ext cx="3178681" cy="237800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4F39F3-8E38-8780-90C7-CB91AD3F7E3D}"/>
              </a:ext>
            </a:extLst>
          </p:cNvPr>
          <p:cNvCxnSpPr>
            <a:cxnSpLocks/>
          </p:cNvCxnSpPr>
          <p:nvPr/>
        </p:nvCxnSpPr>
        <p:spPr>
          <a:xfrm flipV="1">
            <a:off x="5194300" y="3588171"/>
            <a:ext cx="2578100" cy="1717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A0C1AC-6196-D9DB-BCCB-9E3C9D1A9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40" y="383975"/>
            <a:ext cx="3972835" cy="237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2F2470-18B1-DFB7-8848-8C4EE5F9CE7C}"/>
              </a:ext>
            </a:extLst>
          </p:cNvPr>
          <p:cNvCxnSpPr>
            <a:cxnSpLocks/>
          </p:cNvCxnSpPr>
          <p:nvPr/>
        </p:nvCxnSpPr>
        <p:spPr>
          <a:xfrm flipV="1">
            <a:off x="10188976" y="609866"/>
            <a:ext cx="0" cy="628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192CD9-1635-351B-1FD7-70B52C686B62}"/>
              </a:ext>
            </a:extLst>
          </p:cNvPr>
          <p:cNvCxnSpPr/>
          <p:nvPr/>
        </p:nvCxnSpPr>
        <p:spPr>
          <a:xfrm flipV="1">
            <a:off x="6893764" y="514900"/>
            <a:ext cx="0" cy="1581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DDCDA4-7659-DD8C-9243-3837B271B276}"/>
              </a:ext>
            </a:extLst>
          </p:cNvPr>
          <p:cNvSpPr txBox="1"/>
          <p:nvPr/>
        </p:nvSpPr>
        <p:spPr>
          <a:xfrm>
            <a:off x="5519390" y="482213"/>
            <a:ext cx="13743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u="sng" dirty="0"/>
              <a:t>Nuclear Fusion</a:t>
            </a:r>
          </a:p>
          <a:p>
            <a:r>
              <a:rPr lang="en-GB" sz="1100" dirty="0"/>
              <a:t>~3 MeV per Nucleon </a:t>
            </a:r>
            <a:r>
              <a:rPr lang="en-GB" sz="1100" dirty="0">
                <a:solidFill>
                  <a:srgbClr val="FF0000"/>
                </a:solidFill>
              </a:rPr>
              <a:t>(only ~80% used for heating)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E72B62-2AA4-DCDC-2BCC-AD636CF5DA46}"/>
              </a:ext>
            </a:extLst>
          </p:cNvPr>
          <p:cNvSpPr txBox="1"/>
          <p:nvPr/>
        </p:nvSpPr>
        <p:spPr>
          <a:xfrm>
            <a:off x="10283185" y="406333"/>
            <a:ext cx="137437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u="sng" dirty="0"/>
              <a:t>Nuclear Fission</a:t>
            </a:r>
          </a:p>
          <a:p>
            <a:r>
              <a:rPr lang="en-GB" sz="1100" dirty="0"/>
              <a:t>~1 MeV per Nucleon</a:t>
            </a:r>
          </a:p>
          <a:p>
            <a:r>
              <a:rPr lang="en-GB" sz="1100" dirty="0">
                <a:solidFill>
                  <a:srgbClr val="FF0000"/>
                </a:solidFill>
              </a:rPr>
              <a:t>(But 200MeV per reaction)</a:t>
            </a:r>
            <a:endParaRPr lang="en-GB" sz="1100" dirty="0"/>
          </a:p>
          <a:p>
            <a:endParaRPr lang="en-GB" sz="1100" dirty="0">
              <a:solidFill>
                <a:srgbClr val="FF0000"/>
              </a:solidFill>
            </a:endParaRP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3BC07BB1-B1A7-7DFD-2960-C645262C2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88"/>
          <a:stretch>
            <a:fillRect/>
          </a:stretch>
        </p:blipFill>
        <p:spPr bwMode="auto">
          <a:xfrm>
            <a:off x="9250595" y="3359883"/>
            <a:ext cx="2333062" cy="179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3D3C325-4009-F38E-FCA4-F1D25EBDCDBF}"/>
              </a:ext>
            </a:extLst>
          </p:cNvPr>
          <p:cNvSpPr txBox="1"/>
          <p:nvPr/>
        </p:nvSpPr>
        <p:spPr>
          <a:xfrm>
            <a:off x="9432876" y="5364459"/>
            <a:ext cx="2454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Magnetic Confinement Fusion (MCF): Tokamaks</a:t>
            </a:r>
          </a:p>
        </p:txBody>
      </p:sp>
    </p:spTree>
    <p:extLst>
      <p:ext uri="{BB962C8B-B14F-4D97-AF65-F5344CB8AC3E}">
        <p14:creationId xmlns:p14="http://schemas.microsoft.com/office/powerpoint/2010/main" val="383825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BC7657-F428-FED7-CB2F-EA5A65F846E9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112DA-B163-9B22-A86E-0B9AC25C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74" y="263424"/>
            <a:ext cx="11080652" cy="69288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Breeder Blankets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9D2A7-1D0F-E868-775E-7E1087EA6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38040"/>
                <a:ext cx="4711693" cy="4731053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Tritium is in short supply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=13.2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years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need In-situ tritium production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Line the vessel with a 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breeding material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</a:rPr>
                  <a:t>Called a breeder blanket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𝐿𝑖</m:t>
                          </m:r>
                        </m:e>
                      </m:sPre>
                      <m:r>
                        <a:rPr lang="en-GB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+4.8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𝐿𝑖</m:t>
                          </m:r>
                        </m:e>
                      </m:sPre>
                      <m:r>
                        <a:rPr lang="en-GB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−2.5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To counteract neutron leakage, “Neutron multipliers” are also inserted into this blanket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𝐵𝑒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𝐵𝑒</m:t>
                          </m:r>
                        </m:e>
                      </m:sPre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−1.57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208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𝑃𝑏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82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𝑃𝑏</m:t>
                          </m:r>
                        </m:e>
                      </m:sPre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7.37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𝑀𝑒𝑉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9D2A7-1D0F-E868-775E-7E1087EA6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38040"/>
                <a:ext cx="4711693" cy="4731053"/>
              </a:xfrm>
              <a:blipFill>
                <a:blip r:embed="rId2"/>
                <a:stretch>
                  <a:fillRect l="-3105" t="-1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F29B43-BCB6-7FF2-EFB1-E1540DC8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988" y="6459785"/>
            <a:ext cx="11952849" cy="365125"/>
          </a:xfrm>
        </p:spPr>
        <p:txBody>
          <a:bodyPr/>
          <a:lstStyle/>
          <a:p>
            <a:pPr algn="l"/>
            <a:r>
              <a:rPr lang="en-US" dirty="0" err="1"/>
              <a:t>Heckrotte</a:t>
            </a:r>
            <a:r>
              <a:rPr lang="en-US" dirty="0"/>
              <a:t>, W. and Hiskes, J.R. (1971) ‘Some factors in the choice of D-D, D-T or D-3He mirror fusion power systems’, Nuclear Fusion, 11(5), pp. 471–484. DOI: 10.1088/0029-5515/11/5/009.
Federici, G. et al. (2017) ‘European DEMO design strategy and consequences for materials’, Nuclear Fusion, 57(9), pp. 1–26. DOI: 10.1088/1741-4326/57/9/092002.
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C3CBC30-4865-5A3D-C100-E1D82A883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421" y="3315084"/>
            <a:ext cx="3426416" cy="273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graph of a graph showing the number of electrons&#10;&#10;AI-generated content may be incorrect.">
            <a:extLst>
              <a:ext uri="{FF2B5EF4-FFF2-40B4-BE49-F238E27FC236}">
                <a16:creationId xmlns:a16="http://schemas.microsoft.com/office/drawing/2014/main" id="{10169B3F-2FFF-167C-A954-4420D1B5F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43" y="1305166"/>
            <a:ext cx="2676398" cy="200991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9AA7950-6FC4-79FA-3705-F033B0D7E1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88"/>
          <a:stretch>
            <a:fillRect/>
          </a:stretch>
        </p:blipFill>
        <p:spPr bwMode="auto">
          <a:xfrm>
            <a:off x="8802969" y="1138041"/>
            <a:ext cx="2333062" cy="179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CB2DF1-29DC-06CE-217B-F38BFC77A4FC}"/>
              </a:ext>
            </a:extLst>
          </p:cNvPr>
          <p:cNvCxnSpPr>
            <a:cxnSpLocks/>
          </p:cNvCxnSpPr>
          <p:nvPr/>
        </p:nvCxnSpPr>
        <p:spPr>
          <a:xfrm flipV="1">
            <a:off x="3654711" y="1984587"/>
            <a:ext cx="2339689" cy="911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73BD25-FB0A-0375-A853-5314820AF804}"/>
              </a:ext>
            </a:extLst>
          </p:cNvPr>
          <p:cNvCxnSpPr>
            <a:cxnSpLocks/>
          </p:cNvCxnSpPr>
          <p:nvPr/>
        </p:nvCxnSpPr>
        <p:spPr>
          <a:xfrm flipV="1">
            <a:off x="4210050" y="2611747"/>
            <a:ext cx="2063750" cy="800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232311-0BDD-7D9C-49CB-F4CA88629FE0}"/>
              </a:ext>
            </a:extLst>
          </p:cNvPr>
          <p:cNvSpPr txBox="1"/>
          <p:nvPr/>
        </p:nvSpPr>
        <p:spPr>
          <a:xfrm>
            <a:off x="9353550" y="725870"/>
            <a:ext cx="12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Tokamak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E2ADDB-7AC6-88AC-3086-0EA1C408CF85}"/>
              </a:ext>
            </a:extLst>
          </p:cNvPr>
          <p:cNvSpPr/>
          <p:nvPr/>
        </p:nvSpPr>
        <p:spPr>
          <a:xfrm>
            <a:off x="10782300" y="5086350"/>
            <a:ext cx="781050" cy="1905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graph of a graph showing a number of electrons&#10;&#10;AI-generated content may be incorrect.">
            <a:extLst>
              <a:ext uri="{FF2B5EF4-FFF2-40B4-BE49-F238E27FC236}">
                <a16:creationId xmlns:a16="http://schemas.microsoft.com/office/drawing/2014/main" id="{5BF6D505-65D6-926D-7AE6-76B8E8A1B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43" y="3523211"/>
            <a:ext cx="2917495" cy="224815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1A6B25-1FA9-7427-1A37-7867771DD0FB}"/>
              </a:ext>
            </a:extLst>
          </p:cNvPr>
          <p:cNvCxnSpPr/>
          <p:nvPr/>
        </p:nvCxnSpPr>
        <p:spPr>
          <a:xfrm>
            <a:off x="4883150" y="4540250"/>
            <a:ext cx="1892300" cy="54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11F36B-B465-D56E-FCC7-905EF669098F}"/>
              </a:ext>
            </a:extLst>
          </p:cNvPr>
          <p:cNvCxnSpPr/>
          <p:nvPr/>
        </p:nvCxnSpPr>
        <p:spPr>
          <a:xfrm flipV="1">
            <a:off x="5099050" y="4647290"/>
            <a:ext cx="2349500" cy="254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17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7A749-E4FE-4EBF-F49F-B413E892C32D}"/>
              </a:ext>
            </a:extLst>
          </p:cNvPr>
          <p:cNvSpPr/>
          <p:nvPr/>
        </p:nvSpPr>
        <p:spPr>
          <a:xfrm>
            <a:off x="10426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658D7-1496-9727-BDCB-977D78D0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87" y="293314"/>
            <a:ext cx="10772775" cy="60203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OpenMC</a:t>
            </a:r>
            <a:r>
              <a:rPr lang="en-US" dirty="0"/>
              <a:t> and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47AFC-36A4-9D9C-D04F-CEEF55DB5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9287" y="1130300"/>
                <a:ext cx="3632200" cy="4536164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OpenMC: Monte Carlo Neutron Transport Code. </a:t>
                </a:r>
                <a:r>
                  <a:rPr lang="en-US" sz="2000" dirty="0" err="1"/>
                  <a:t>Utilises</a:t>
                </a:r>
                <a:r>
                  <a:rPr lang="en-US" sz="2000" dirty="0"/>
                  <a:t> Monte Carlo Modelling Techniques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Simulates stochastic particle histories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Paramak</a:t>
                </a:r>
                <a:r>
                  <a:rPr lang="en-US" sz="2000" dirty="0"/>
                  <a:t> used to generate the reactor structure (90</a:t>
                </a:r>
                <a:r>
                  <a:rPr lang="en-GB" sz="2000" dirty="0"/>
                  <a:t>° slice used)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en-US" dirty="0" err="1"/>
                  <a:t>Paramak</a:t>
                </a:r>
                <a:r>
                  <a:rPr lang="en-US" altLang="en-US" dirty="0"/>
                  <a:t> (</a:t>
                </a:r>
                <a:r>
                  <a:rPr lang="en-US" altLang="en-US" dirty="0" err="1"/>
                  <a:t>CADquery</a:t>
                </a:r>
                <a:r>
                  <a:rPr lang="en-US" altLang="en-US" dirty="0"/>
                  <a:t>) →  DAGMC → </a:t>
                </a:r>
                <a:r>
                  <a:rPr lang="en-US" altLang="en-US" dirty="0" err="1"/>
                  <a:t>OpenMC</a:t>
                </a: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dirty="0"/>
                  <a:t> simulated particles</a:t>
                </a: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14.1MeV (</a:t>
                </a:r>
                <a:r>
                  <a:rPr lang="en-US" sz="2000" dirty="0" err="1"/>
                  <a:t>muir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distributiuon</a:t>
                </a:r>
                <a:r>
                  <a:rPr lang="en-US" sz="2000" dirty="0"/>
                  <a:t>) neutron ring source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47AFC-36A4-9D9C-D04F-CEEF55DB5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9287" y="1130300"/>
                <a:ext cx="3632200" cy="4536164"/>
              </a:xfrm>
              <a:blipFill>
                <a:blip r:embed="rId2"/>
                <a:stretch>
                  <a:fillRect l="-4034" t="-1342" r="-8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39A47-14D0-6FE8-F8EF-8E3416A9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59785"/>
            <a:ext cx="11766550" cy="365125"/>
          </a:xfrm>
        </p:spPr>
        <p:txBody>
          <a:bodyPr/>
          <a:lstStyle/>
          <a:p>
            <a:pPr algn="l"/>
            <a:r>
              <a:rPr lang="en-US" dirty="0"/>
              <a:t>Romano, P.K. et al. (2015) ‘</a:t>
            </a:r>
            <a:r>
              <a:rPr lang="en-US" dirty="0" err="1"/>
              <a:t>OpenMC</a:t>
            </a:r>
            <a:r>
              <a:rPr lang="en-US" dirty="0"/>
              <a:t>: A state-of-the-art Monte Carlo code for research and development’, Annals of Nuclear Energy, 82, pp. 90–97. DOI: 10.1016/j.anucene.2014.07.048.
</a:t>
            </a:r>
            <a:r>
              <a:rPr lang="en-US" dirty="0" err="1"/>
              <a:t>Shimwell</a:t>
            </a:r>
            <a:r>
              <a:rPr lang="en-US" dirty="0"/>
              <a:t>, J. et al. (2021) ‘The </a:t>
            </a:r>
            <a:r>
              <a:rPr lang="en-US" dirty="0" err="1"/>
              <a:t>Paramak</a:t>
            </a:r>
            <a:r>
              <a:rPr lang="en-US" dirty="0"/>
              <a:t>: automated parametric geometry construction for fusion reactor designs.’, F1000Research, 10, p. 27. DOI: 10.12688/f1000research.28224.1.
</a:t>
            </a: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2D70D1F5-8C11-F35A-1744-C4D2B63AC5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46" t="28336" r="35555" b="17390"/>
          <a:stretch>
            <a:fillRect/>
          </a:stretch>
        </p:blipFill>
        <p:spPr>
          <a:xfrm>
            <a:off x="4697028" y="3855996"/>
            <a:ext cx="2289944" cy="1872621"/>
          </a:xfrm>
          <a:prstGeom prst="rect">
            <a:avLst/>
          </a:prstGeom>
        </p:spPr>
      </p:pic>
      <p:pic>
        <p:nvPicPr>
          <p:cNvPr id="3076" name="Picture 4" descr="OpenMC">
            <a:extLst>
              <a:ext uri="{FF2B5EF4-FFF2-40B4-BE49-F238E27FC236}">
                <a16:creationId xmlns:a16="http://schemas.microsoft.com/office/drawing/2014/main" id="{742E9624-EFC2-838D-2EEF-EDFEA2E8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822" y="3994148"/>
            <a:ext cx="3074802" cy="70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731329C-205F-B7A9-9214-8BC93B502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4" t="83356" r="13564" b="3988"/>
          <a:stretch>
            <a:fillRect/>
          </a:stretch>
        </p:blipFill>
        <p:spPr bwMode="auto">
          <a:xfrm>
            <a:off x="8091672" y="5116757"/>
            <a:ext cx="3111501" cy="46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64D2B1-DC83-A0E3-2251-BEE28540D5E6}"/>
              </a:ext>
            </a:extLst>
          </p:cNvPr>
          <p:cNvCxnSpPr>
            <a:cxnSpLocks/>
          </p:cNvCxnSpPr>
          <p:nvPr/>
        </p:nvCxnSpPr>
        <p:spPr>
          <a:xfrm flipV="1">
            <a:off x="3816350" y="4700833"/>
            <a:ext cx="1562100" cy="415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diagram of a cell&#10;&#10;AI-generated content may be incorrect.">
            <a:extLst>
              <a:ext uri="{FF2B5EF4-FFF2-40B4-BE49-F238E27FC236}">
                <a16:creationId xmlns:a16="http://schemas.microsoft.com/office/drawing/2014/main" id="{20AF98D7-A3E8-0B46-1F26-76F2EE22B8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18" t="9589" r="8350" b="3550"/>
          <a:stretch>
            <a:fillRect/>
          </a:stretch>
        </p:blipFill>
        <p:spPr>
          <a:xfrm>
            <a:off x="5958247" y="998081"/>
            <a:ext cx="4546600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8879DC-FEEA-7375-610C-F516FD5C5B0E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DAF9D-AD50-8B62-2F19-226777C3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2803"/>
            <a:ext cx="10519410" cy="551597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(remove?)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29B84-81C6-07B4-7F18-495B324B4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012190"/>
            <a:ext cx="5568950" cy="4944109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Parametric sweeps of key attributes: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model derived from the available literature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Coolant mixed homogenously within breeder blanket layer.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Material Choices: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Solid Breeder Blankets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Liquid / Molten Salt Breeder Blankets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Neutron Multipliers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Coolant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First 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Material Composition Sweeps: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Lithium enrichment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Coolant fractions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Multiplier fractions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Geometry Sweeps: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Breeder Blanket Thickness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Triangularity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01168" lvl="1" indent="0">
              <a:buNone/>
            </a:pPr>
            <a:endParaRPr lang="en-US" sz="1400" dirty="0"/>
          </a:p>
          <a:p>
            <a:pPr marL="201168" lvl="1" indent="0">
              <a:buNone/>
            </a:pP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9444B-ACBB-9005-5E08-92FF62D5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" y="6191251"/>
            <a:ext cx="12039600" cy="63366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Muir, D.W. (1974) Sensitivity of neutron multigroup cross sections to thermal broadening of the fusion peak. CONF-740402-33 LA-UR-74-613. USA: Los Alamos Scientific Lab.
Hernández, F.A. and </a:t>
            </a:r>
            <a:r>
              <a:rPr lang="en-US" dirty="0" err="1">
                <a:solidFill>
                  <a:schemeClr val="tx1"/>
                </a:solidFill>
              </a:rPr>
              <a:t>Pereslavtsev</a:t>
            </a:r>
            <a:r>
              <a:rPr lang="en-US" dirty="0">
                <a:solidFill>
                  <a:schemeClr val="tx1"/>
                </a:solidFill>
              </a:rPr>
              <a:t>, P. (2018) ‘First principles review of options for tritium breeder and neutron multiplier materials for breeding blankets in fusion reactors’, Fusion Engineering and Design, 137, pp. 243–</a:t>
            </a:r>
            <a:r>
              <a:rPr lang="en-US" dirty="0">
                <a:solidFill>
                  <a:schemeClr val="bg1"/>
                </a:solidFill>
              </a:rPr>
              <a:t>256. DOI: 10.1016/j.fusengdes.2018.09.014.</a:t>
            </a:r>
            <a:r>
              <a:rPr lang="en-US" dirty="0"/>
              <a:t>
</a:t>
            </a:r>
            <a:r>
              <a:rPr lang="en-US" dirty="0" err="1"/>
              <a:t>Boullon</a:t>
            </a:r>
            <a:r>
              <a:rPr lang="en-US" dirty="0"/>
              <a:t>, R., </a:t>
            </a:r>
            <a:r>
              <a:rPr lang="en-US" dirty="0" err="1"/>
              <a:t>Jaboulay</a:t>
            </a:r>
            <a:r>
              <a:rPr lang="en-US" dirty="0"/>
              <a:t>, J.-C. and Aubert, J. (2021) ‘Molten salt breeding blanket: Investigations and proposals of pre-conceptual design options for testing in DEMO’, Fusion Engineering and Design, 171, pp. 1–9. DOI: 10.1016/j.fusengdes.2021.112707.
</a:t>
            </a:r>
          </a:p>
        </p:txBody>
      </p:sp>
      <p:pic>
        <p:nvPicPr>
          <p:cNvPr id="7" name="Picture 6" descr="A diagram of a cell&#10;&#10;AI-generated content may be incorrect.">
            <a:extLst>
              <a:ext uri="{FF2B5EF4-FFF2-40B4-BE49-F238E27FC236}">
                <a16:creationId xmlns:a16="http://schemas.microsoft.com/office/drawing/2014/main" id="{4D66653C-2683-62A8-CCB6-3EF32BC33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710" y="2095502"/>
            <a:ext cx="6705170" cy="353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9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63D24D-A814-8A82-34A6-AC161FDB9853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1EA3D-BF14-8F94-AF1C-8E4C82C2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30" y="292953"/>
            <a:ext cx="9640570" cy="582861"/>
          </a:xfrm>
        </p:spPr>
        <p:txBody>
          <a:bodyPr>
            <a:normAutofit fontScale="90000"/>
          </a:bodyPr>
          <a:lstStyle/>
          <a:p>
            <a:r>
              <a:rPr lang="en-US" dirty="0"/>
              <a:t>Liquid and Solid Breeder Materials</a:t>
            </a:r>
          </a:p>
        </p:txBody>
      </p:sp>
      <p:pic>
        <p:nvPicPr>
          <p:cNvPr id="12" name="Content Placeholder 11" descr="A graph with different colored dots and numbers&#10;&#10;AI-generated content may be incorrect.">
            <a:extLst>
              <a:ext uri="{FF2B5EF4-FFF2-40B4-BE49-F238E27FC236}">
                <a16:creationId xmlns:a16="http://schemas.microsoft.com/office/drawing/2014/main" id="{16443418-5107-D113-B065-6132D03A9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09" t="10051" r="9334" b="2097"/>
          <a:stretch>
            <a:fillRect/>
          </a:stretch>
        </p:blipFill>
        <p:spPr>
          <a:xfrm>
            <a:off x="5099550" y="1087022"/>
            <a:ext cx="6266429" cy="4786728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F762B-DE14-F66C-4ED2-37E45067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00" y="6242050"/>
            <a:ext cx="11963400" cy="582860"/>
          </a:xfrm>
        </p:spPr>
        <p:txBody>
          <a:bodyPr/>
          <a:lstStyle/>
          <a:p>
            <a:pPr algn="l"/>
            <a:r>
              <a:rPr lang="en-US" dirty="0"/>
              <a:t>Brown, D.A. et al. (2018) ‘ENDF/B-VIII.0: The 8th Major Release of the Nuclear Reaction Data Library with CIELO-project Cross Sections, New Standards and Thermal Scattering Data’, Nuclear Data Sheets, 148, pp. 1–142. DOI: 10.1016/j.nds.2018.02.001.
Hernández, F.A. and </a:t>
            </a:r>
            <a:r>
              <a:rPr lang="en-US" dirty="0" err="1"/>
              <a:t>Pereslavtsev</a:t>
            </a:r>
            <a:r>
              <a:rPr lang="en-US" dirty="0"/>
              <a:t>, P. (2018) ‘First principles review of options for tritium breeder and neutron multiplier materials for breeding blankets in fusion reactors’, Fusion Engineering and Design, 137, pp. 243–256. DOI: 10.1016/j.fusengdes.2018.09.014.</a:t>
            </a:r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5DCA71F-51F2-A807-F83D-F10137941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6" y="944434"/>
            <a:ext cx="2999971" cy="2578100"/>
          </a:xfrm>
          <a:prstGeom prst="rect">
            <a:avLst/>
          </a:prstGeom>
        </p:spPr>
      </p:pic>
      <p:pic>
        <p:nvPicPr>
          <p:cNvPr id="7" name="Picture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8759EB10-5070-ABFB-00AC-9D0ABEE89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37" y="3693984"/>
            <a:ext cx="4087527" cy="23241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092550-B0F1-2B20-24D2-3EBB437A716B}"/>
              </a:ext>
            </a:extLst>
          </p:cNvPr>
          <p:cNvSpPr/>
          <p:nvPr/>
        </p:nvSpPr>
        <p:spPr>
          <a:xfrm>
            <a:off x="3390900" y="3892550"/>
            <a:ext cx="250471" cy="146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91C06-B1AF-DC69-A897-B7F8037A47A1}"/>
              </a:ext>
            </a:extLst>
          </p:cNvPr>
          <p:cNvSpPr/>
          <p:nvPr/>
        </p:nvSpPr>
        <p:spPr>
          <a:xfrm>
            <a:off x="2807970" y="996950"/>
            <a:ext cx="1051560" cy="2525584"/>
          </a:xfrm>
          <a:prstGeom prst="rect">
            <a:avLst/>
          </a:prstGeom>
          <a:noFill/>
          <a:ln>
            <a:solidFill>
              <a:srgbClr val="082A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EF7157-7888-68D5-FB0A-0144CEDE07E0}"/>
              </a:ext>
            </a:extLst>
          </p:cNvPr>
          <p:cNvCxnSpPr>
            <a:stCxn id="4" idx="3"/>
          </p:cNvCxnSpPr>
          <p:nvPr/>
        </p:nvCxnSpPr>
        <p:spPr>
          <a:xfrm flipV="1">
            <a:off x="3859530" y="2024063"/>
            <a:ext cx="5860733" cy="235679"/>
          </a:xfrm>
          <a:prstGeom prst="straightConnector1">
            <a:avLst/>
          </a:prstGeom>
          <a:ln>
            <a:solidFill>
              <a:srgbClr val="082A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739995-870A-02B9-3B45-F7BC3D24F37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41371" y="3965575"/>
            <a:ext cx="7306029" cy="117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80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D23CC8-6D88-A8FF-5D92-EE69A63652B2}"/>
              </a:ext>
            </a:extLst>
          </p:cNvPr>
          <p:cNvSpPr/>
          <p:nvPr/>
        </p:nvSpPr>
        <p:spPr>
          <a:xfrm>
            <a:off x="982794" y="1429260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8EF54-EEAC-4B07-E091-2DE2173C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52590"/>
            <a:ext cx="10058400" cy="589697"/>
          </a:xfrm>
        </p:spPr>
        <p:txBody>
          <a:bodyPr>
            <a:normAutofit fontScale="90000"/>
          </a:bodyPr>
          <a:lstStyle/>
          <a:p>
            <a:r>
              <a:rPr lang="en-US" dirty="0"/>
              <a:t>Lithium-6 Enrichment</a:t>
            </a:r>
          </a:p>
        </p:txBody>
      </p:sp>
      <p:pic>
        <p:nvPicPr>
          <p:cNvPr id="8" name="Content Placeholder 7" descr="A graph with a curve&#10;&#10;AI-generated content may be incorrect.">
            <a:extLst>
              <a:ext uri="{FF2B5EF4-FFF2-40B4-BE49-F238E27FC236}">
                <a16:creationId xmlns:a16="http://schemas.microsoft.com/office/drawing/2014/main" id="{4D00F17B-B5F2-1A7A-FC1C-DC5DD90CE8E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487609" y="899887"/>
            <a:ext cx="6244395" cy="4683295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651C69E-868B-5C87-B3D9-77B23D83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" y="6459785"/>
            <a:ext cx="12026900" cy="365125"/>
          </a:xfrm>
        </p:spPr>
        <p:txBody>
          <a:bodyPr/>
          <a:lstStyle/>
          <a:p>
            <a:pPr algn="l"/>
            <a:r>
              <a:rPr lang="en-US" dirty="0"/>
              <a:t>Mas de les Valls, E. et al. (2008) ‘Lead–lithium eutectic material database for nuclear fusion technology’, Journal of Nuclear Materials, 376(3), pp. 353–357. DOI: 10.1016/j.jnucmat.2008.02.016.
Giegerich, T. et al. (2019) ‘Development of a viable route for lithium-6 supply of DEMO and future fusion power plants’, Fusion Engineering and Design, 149, p. 111339. DOI: 10.1016/j.fusengdes.2019.111339.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986E7E-554B-48DB-2BE4-3FF461FD9878}"/>
              </a:ext>
            </a:extLst>
          </p:cNvPr>
          <p:cNvGrpSpPr/>
          <p:nvPr/>
        </p:nvGrpSpPr>
        <p:grpSpPr>
          <a:xfrm>
            <a:off x="8113623" y="1470505"/>
            <a:ext cx="929666" cy="3604834"/>
            <a:chOff x="4931271" y="1689242"/>
            <a:chExt cx="597394" cy="202565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AFD4088-C9FE-98A1-B011-65E6E6F1ECA0}"/>
                </a:ext>
              </a:extLst>
            </p:cNvPr>
            <p:cNvCxnSpPr>
              <a:cxnSpLocks/>
            </p:cNvCxnSpPr>
            <p:nvPr/>
          </p:nvCxnSpPr>
          <p:spPr>
            <a:xfrm>
              <a:off x="4931271" y="1689242"/>
              <a:ext cx="0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297F159-6327-3940-83DD-32E0EE06F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820" y="1689242"/>
              <a:ext cx="6845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75C9F4-C731-84F8-B901-273C1158E500}"/>
                </a:ext>
              </a:extLst>
            </p:cNvPr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AEFA3D-7D03-ADDB-5BE5-0AF8CAEE3D94}"/>
              </a:ext>
            </a:extLst>
          </p:cNvPr>
          <p:cNvSpPr txBox="1">
            <a:spLocks/>
          </p:cNvSpPr>
          <p:nvPr/>
        </p:nvSpPr>
        <p:spPr>
          <a:xfrm>
            <a:off x="675745" y="1771876"/>
            <a:ext cx="3632200" cy="4536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6B870-B4EE-C293-D6C0-E4CB36413845}"/>
              </a:ext>
            </a:extLst>
          </p:cNvPr>
          <p:cNvSpPr txBox="1"/>
          <p:nvPr/>
        </p:nvSpPr>
        <p:spPr>
          <a:xfrm>
            <a:off x="584402" y="1923621"/>
            <a:ext cx="409554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Values on Enrichment Vary from 40-90%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Our study suggests a saturation at 40%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Even 20 / 30 % could still be largely suitable as a compromise on expensive enrichment costs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36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821B-2E1B-5A8A-FABB-529ECAB9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2BCB6C-2E94-CE1B-6D80-E0FEED7A58AD}"/>
              </a:ext>
            </a:extLst>
          </p:cNvPr>
          <p:cNvSpPr/>
          <p:nvPr/>
        </p:nvSpPr>
        <p:spPr>
          <a:xfrm>
            <a:off x="10553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D077D-0C62-24A1-D7B7-08F5045B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52590"/>
            <a:ext cx="10058400" cy="589697"/>
          </a:xfrm>
        </p:spPr>
        <p:txBody>
          <a:bodyPr>
            <a:normAutofit fontScale="90000"/>
          </a:bodyPr>
          <a:lstStyle/>
          <a:p>
            <a:r>
              <a:rPr lang="en-US" dirty="0"/>
              <a:t>Lithium Lead Multiplier Composition</a:t>
            </a:r>
          </a:p>
        </p:txBody>
      </p:sp>
      <p:pic>
        <p:nvPicPr>
          <p:cNvPr id="6" name="Content Placeholder 5" descr="A graph with a curve&#10;&#10;AI-generated content may be incorrect.">
            <a:extLst>
              <a:ext uri="{FF2B5EF4-FFF2-40B4-BE49-F238E27FC236}">
                <a16:creationId xmlns:a16="http://schemas.microsoft.com/office/drawing/2014/main" id="{6B40F811-DA8C-015B-FB98-E7FE6CBDC8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82205" y="1032368"/>
            <a:ext cx="6281149" cy="4710861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947097-8B07-EFBF-C2F5-17E0263C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" y="6459785"/>
            <a:ext cx="12026900" cy="365125"/>
          </a:xfrm>
        </p:spPr>
        <p:txBody>
          <a:bodyPr/>
          <a:lstStyle/>
          <a:p>
            <a:pPr algn="l"/>
            <a:r>
              <a:rPr lang="en-US" dirty="0"/>
              <a:t>Mas de les Valls, E. et al. (2008) ‘Lead–lithium eutectic material database for nuclear fusion technology’, Journal of Nuclear Materials, 376(3), pp. 353–357. DOI: 10.1016/j.jnucmat.2008.02.016.
Giegerich, T. et al. (2019) ‘Development of a viable route for lithium-6 supply of DEMO and future fusion power plants’, Fusion Engineering and Design, 149, p. 111339. DOI: 10.1016/j.fusengdes.2019.111339.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7DAE6B-5850-E3D6-F230-5F72B6A39BE2}"/>
              </a:ext>
            </a:extLst>
          </p:cNvPr>
          <p:cNvGrpSpPr/>
          <p:nvPr/>
        </p:nvGrpSpPr>
        <p:grpSpPr>
          <a:xfrm>
            <a:off x="8257703" y="1601325"/>
            <a:ext cx="877907" cy="3645989"/>
            <a:chOff x="4931271" y="1689242"/>
            <a:chExt cx="597394" cy="202565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102E9E2-7FB7-3C4E-B7F6-26448BA7A261}"/>
                </a:ext>
              </a:extLst>
            </p:cNvPr>
            <p:cNvCxnSpPr>
              <a:cxnSpLocks/>
            </p:cNvCxnSpPr>
            <p:nvPr/>
          </p:nvCxnSpPr>
          <p:spPr>
            <a:xfrm>
              <a:off x="4931271" y="1689242"/>
              <a:ext cx="0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11A018-FADB-9EC8-B09E-5AE1B64918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1820" y="1689242"/>
              <a:ext cx="6845" cy="2025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380229-1A9C-C726-E849-3C16D69A6922}"/>
                </a:ext>
              </a:extLst>
            </p:cNvPr>
            <p:cNvSpPr/>
            <p:nvPr/>
          </p:nvSpPr>
          <p:spPr>
            <a:xfrm>
              <a:off x="4931271" y="1689242"/>
              <a:ext cx="590549" cy="20256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ACA094F-344D-016C-7059-A0CC9F030158}"/>
              </a:ext>
            </a:extLst>
          </p:cNvPr>
          <p:cNvSpPr txBox="1"/>
          <p:nvPr/>
        </p:nvSpPr>
        <p:spPr>
          <a:xfrm>
            <a:off x="815738" y="1860550"/>
            <a:ext cx="460081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Basic Study Assuming non-varying Packing Factors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However, the TBR from a 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full Eutectic </a:t>
            </a:r>
            <a:r>
              <a:rPr lang="en-GB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LiPb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Alloy had far higher TBR.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Mostly due to its higher density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Demonstrates the significance on considering packing factors / density of alloys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73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1181-3C6D-96BB-C8D3-ABBE782F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893150-A202-278C-E2A4-AB206B542032}"/>
              </a:ext>
            </a:extLst>
          </p:cNvPr>
          <p:cNvSpPr/>
          <p:nvPr/>
        </p:nvSpPr>
        <p:spPr>
          <a:xfrm>
            <a:off x="1004802" y="1549361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E7056-F608-8623-EAA8-3A73F73E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54" y="196150"/>
            <a:ext cx="10058400" cy="604515"/>
          </a:xfrm>
        </p:spPr>
        <p:txBody>
          <a:bodyPr>
            <a:normAutofit fontScale="90000"/>
          </a:bodyPr>
          <a:lstStyle/>
          <a:p>
            <a:r>
              <a:rPr lang="en-US" dirty="0"/>
              <a:t>Breeder Blanket Thickness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D0390C-F2CC-D709-0F43-4DB9C55F0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877" y="959563"/>
            <a:ext cx="3049398" cy="576262"/>
          </a:xfrm>
        </p:spPr>
        <p:txBody>
          <a:bodyPr>
            <a:normAutofit/>
          </a:bodyPr>
          <a:lstStyle/>
          <a:p>
            <a:r>
              <a:rPr lang="en-US" sz="2000" dirty="0"/>
              <a:t>TBR / Blanket Thickness</a:t>
            </a:r>
          </a:p>
        </p:txBody>
      </p:sp>
      <p:pic>
        <p:nvPicPr>
          <p:cNvPr id="13" name="Content Placeholder 12" descr="A graph with a curve&#10;&#10;AI-generated content may be incorrect.">
            <a:extLst>
              <a:ext uri="{FF2B5EF4-FFF2-40B4-BE49-F238E27FC236}">
                <a16:creationId xmlns:a16="http://schemas.microsoft.com/office/drawing/2014/main" id="{2EB112C5-9001-4587-922E-19AD6FE857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3899" t="10839" r="9197" b="1622"/>
          <a:stretch>
            <a:fillRect/>
          </a:stretch>
        </p:blipFill>
        <p:spPr>
          <a:xfrm>
            <a:off x="450448" y="1549361"/>
            <a:ext cx="4473890" cy="3379928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E03876-17CD-DD54-E088-76FF240DF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70189" y="947298"/>
            <a:ext cx="2818241" cy="576262"/>
          </a:xfrm>
        </p:spPr>
        <p:txBody>
          <a:bodyPr>
            <a:normAutofit/>
          </a:bodyPr>
          <a:lstStyle/>
          <a:p>
            <a:r>
              <a:rPr lang="en-US" dirty="0"/>
              <a:t>TBR Reaction Heatmap</a:t>
            </a:r>
            <a:endParaRPr lang="en-US" sz="2000" dirty="0"/>
          </a:p>
        </p:txBody>
      </p:sp>
      <p:pic>
        <p:nvPicPr>
          <p:cNvPr id="17" name="Content Placeholder 16" descr="A diagram of a heat wave&#10;&#10;AI-generated content may be incorrect.">
            <a:extLst>
              <a:ext uri="{FF2B5EF4-FFF2-40B4-BE49-F238E27FC236}">
                <a16:creationId xmlns:a16="http://schemas.microsoft.com/office/drawing/2014/main" id="{5414243C-992D-B1BC-C292-59A49D0C603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 l="1078" t="11950" r="3767" b="4990"/>
          <a:stretch>
            <a:fillRect/>
          </a:stretch>
        </p:blipFill>
        <p:spPr>
          <a:xfrm>
            <a:off x="5911818" y="1443355"/>
            <a:ext cx="5829734" cy="3816542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D706FA5-45FF-DC01-3EB0-2D862676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250" y="6459785"/>
            <a:ext cx="11950700" cy="365125"/>
          </a:xfrm>
        </p:spPr>
        <p:txBody>
          <a:bodyPr/>
          <a:lstStyle/>
          <a:p>
            <a:pPr algn="l"/>
            <a:r>
              <a:rPr lang="en-US" dirty="0"/>
              <a:t>Chaudhuri, P. et al. (2013) ‘Overview of design and thermal–hydraulic analysis of Indian solid breeder blanket concept’, Fusion Engineering and Design, 88(4), pp. 209–215. DOI: 10.1016/j.fusengdes.2013.02.023.
Liu, S. et al. (2022) ‘Design of the Water-Cooled Ceramic Breeder blanket for CFETR’, Fusion Engineering and Design, 177, pp. 1–8. DOI: 10.1016/j.fusengdes.2022.113059.
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4E8FC-91A7-BE19-FCEC-FA2B265BA49D}"/>
              </a:ext>
            </a:extLst>
          </p:cNvPr>
          <p:cNvGrpSpPr/>
          <p:nvPr/>
        </p:nvGrpSpPr>
        <p:grpSpPr>
          <a:xfrm>
            <a:off x="9017131" y="1667649"/>
            <a:ext cx="584069" cy="2936694"/>
            <a:chOff x="5052868" y="2479502"/>
            <a:chExt cx="654824" cy="243937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3374AC-1F13-C2C5-5524-F3B0594C1049}"/>
                </a:ext>
              </a:extLst>
            </p:cNvPr>
            <p:cNvCxnSpPr>
              <a:cxnSpLocks/>
            </p:cNvCxnSpPr>
            <p:nvPr/>
          </p:nvCxnSpPr>
          <p:spPr>
            <a:xfrm>
              <a:off x="5052868" y="2479502"/>
              <a:ext cx="0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626B67-4BBA-4A39-0130-C4125E699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0189" y="2479502"/>
              <a:ext cx="7503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6F7319-0991-586B-9F8D-5EAE35454935}"/>
                </a:ext>
              </a:extLst>
            </p:cNvPr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471E4F-8BB1-33DA-ED49-F2264C443291}"/>
              </a:ext>
            </a:extLst>
          </p:cNvPr>
          <p:cNvGrpSpPr/>
          <p:nvPr/>
        </p:nvGrpSpPr>
        <p:grpSpPr>
          <a:xfrm>
            <a:off x="2483506" y="1601530"/>
            <a:ext cx="804978" cy="2949498"/>
            <a:chOff x="5052868" y="2479502"/>
            <a:chExt cx="654824" cy="243937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07C7E01-F3E4-320C-A838-2C9DD011821E}"/>
                </a:ext>
              </a:extLst>
            </p:cNvPr>
            <p:cNvCxnSpPr>
              <a:cxnSpLocks/>
            </p:cNvCxnSpPr>
            <p:nvPr/>
          </p:nvCxnSpPr>
          <p:spPr>
            <a:xfrm>
              <a:off x="5052868" y="2479502"/>
              <a:ext cx="0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D4F653-5B14-AEC8-24FC-9A8D7BCA3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0189" y="2479502"/>
              <a:ext cx="7503" cy="2439379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6D63C23-9E03-53EC-F648-098AD93233F1}"/>
                </a:ext>
              </a:extLst>
            </p:cNvPr>
            <p:cNvSpPr/>
            <p:nvPr/>
          </p:nvSpPr>
          <p:spPr>
            <a:xfrm>
              <a:off x="5052868" y="2479502"/>
              <a:ext cx="647321" cy="243937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00C4F3E-B045-4B17-43CE-5AE3E912C41D}"/>
              </a:ext>
            </a:extLst>
          </p:cNvPr>
          <p:cNvSpPr txBox="1"/>
          <p:nvPr/>
        </p:nvSpPr>
        <p:spPr>
          <a:xfrm>
            <a:off x="238992" y="5518209"/>
            <a:ext cx="11823699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TBR Appears to Saturate at ~ 500mm thickness.</a:t>
            </a:r>
          </a:p>
        </p:txBody>
      </p:sp>
    </p:spTree>
    <p:extLst>
      <p:ext uri="{BB962C8B-B14F-4D97-AF65-F5344CB8AC3E}">
        <p14:creationId xmlns:p14="http://schemas.microsoft.com/office/powerpoint/2010/main" val="44243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7BD4-93EC-74F8-594A-EAE17773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2B6D8D-293F-20E6-9963-B1E8BEB145B2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B1A71E-6BC1-558C-DD62-09D243D3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</p:spPr>
        <p:txBody>
          <a:bodyPr>
            <a:normAutofit fontScale="90000"/>
          </a:bodyPr>
          <a:lstStyle/>
          <a:p>
            <a:r>
              <a:rPr lang="en-US" dirty="0"/>
              <a:t>First Wall Thickness</a:t>
            </a:r>
          </a:p>
        </p:txBody>
      </p:sp>
      <p:pic>
        <p:nvPicPr>
          <p:cNvPr id="14" name="Content Placeholder 1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778E476-36C3-472C-269E-4BA62CF0E1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18943" y="1111541"/>
            <a:ext cx="6151230" cy="4613422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52186-BE25-03BC-C997-8A56803D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" y="6459785"/>
            <a:ext cx="8375639" cy="365125"/>
          </a:xfrm>
        </p:spPr>
        <p:txBody>
          <a:bodyPr/>
          <a:lstStyle/>
          <a:p>
            <a:pPr algn="l"/>
            <a:r>
              <a:rPr lang="en-US" dirty="0"/>
              <a:t>King, D.J.M. et al. (2022) ‘High temperature zirconium alloys for fusion energy’, Journal of Nuclear Materials, 559, pp. 1–27. DOI: 10.1016/j.jnucmat.2021.153431.
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80883-D417-83EE-87E8-C1E2E5055A6C}"/>
              </a:ext>
            </a:extLst>
          </p:cNvPr>
          <p:cNvSpPr txBox="1"/>
          <p:nvPr/>
        </p:nvSpPr>
        <p:spPr>
          <a:xfrm>
            <a:off x="660062" y="2236903"/>
            <a:ext cx="4171950" cy="2362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Considering TBR alone, Zirconium Alloy is Far Superior.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However, considerations on Max Thermal Flux limit &amp; Plasma Parameters could shift this choice in a real device.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1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4342-34C5-D26A-B5D6-81507D2E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677A2E-9390-3391-AB03-4DEA5ED14CCE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4715E-B566-7CBC-AE90-F69A58BF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</p:spPr>
        <p:txBody>
          <a:bodyPr>
            <a:normAutofit fontScale="90000"/>
          </a:bodyPr>
          <a:lstStyle/>
          <a:p>
            <a:r>
              <a:rPr lang="en-US" dirty="0"/>
              <a:t>Triangularity</a:t>
            </a:r>
          </a:p>
        </p:txBody>
      </p:sp>
      <p:pic>
        <p:nvPicPr>
          <p:cNvPr id="6" name="Content Placeholder 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439BE08-4C0A-DC49-DCF3-91195EE78DE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32090" y="1073791"/>
            <a:ext cx="6045666" cy="4534249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9ABD04-D269-0CF1-0114-0BE71A09E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" y="6459785"/>
            <a:ext cx="8375639" cy="365125"/>
          </a:xfrm>
        </p:spPr>
        <p:txBody>
          <a:bodyPr/>
          <a:lstStyle/>
          <a:p>
            <a:pPr algn="l"/>
            <a:r>
              <a:rPr lang="en-US" dirty="0"/>
              <a:t>King, D.J.M. et al. (2022) ‘High temperature zirconium alloys for fusion energy’, Journal of Nuclear Materials, 559, pp. 1–27. DOI: 10.1016/j.jnucmat.2021.153431.
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D3BFE-D47D-0F9F-73F1-DD5858E0D99A}"/>
              </a:ext>
            </a:extLst>
          </p:cNvPr>
          <p:cNvSpPr txBox="1"/>
          <p:nvPr/>
        </p:nvSpPr>
        <p:spPr>
          <a:xfrm>
            <a:off x="539412" y="2232635"/>
            <a:ext cx="4280238" cy="279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There was negligible variation on TBR against Triangularity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Provides scope for a more advanced plasma source </a:t>
            </a:r>
          </a:p>
          <a:p>
            <a:pPr marL="548640" lvl="1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source with density variation as o</a:t>
            </a:r>
            <a:r>
              <a:rPr lang="en-GB" sz="20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pposed</a:t>
            </a:r>
            <a:r>
              <a:rPr lang="en-GB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to simple ring source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34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9C05-41F1-9E5C-CF54-2865370C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523E8E-74E6-CFE0-EE2B-612CAA6E9406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84A2A-3E84-F1BA-C64E-2F07365C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2" y="307576"/>
            <a:ext cx="10058400" cy="539713"/>
          </a:xfrm>
        </p:spPr>
        <p:txBody>
          <a:bodyPr>
            <a:normAutofit fontScale="90000"/>
          </a:bodyPr>
          <a:lstStyle/>
          <a:p>
            <a:r>
              <a:rPr lang="en-US" dirty="0"/>
              <a:t>Coolant Fraction and Choice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17BA059-0B2C-A00C-947C-B3985A3B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" y="6459785"/>
            <a:ext cx="8375639" cy="365125"/>
          </a:xfrm>
        </p:spPr>
        <p:txBody>
          <a:bodyPr/>
          <a:lstStyle/>
          <a:p>
            <a:pPr algn="l"/>
            <a:r>
              <a:rPr lang="en-US" dirty="0"/>
              <a:t>King, D.J.M. et al. (2022) ‘High temperature zirconium alloys for fusion energy’, Journal of Nuclear Materials, 559, pp. 1–27. DOI: 10.1016/j.jnucmat.2021.153431.
</a:t>
            </a:r>
          </a:p>
        </p:txBody>
      </p:sp>
      <p:pic>
        <p:nvPicPr>
          <p:cNvPr id="8" name="Picture 7" descr="A graph of a graph showing a number of different colored objects&#10;&#10;AI-generated content may be incorrect.">
            <a:extLst>
              <a:ext uri="{FF2B5EF4-FFF2-40B4-BE49-F238E27FC236}">
                <a16:creationId xmlns:a16="http://schemas.microsoft.com/office/drawing/2014/main" id="{41D9BB29-CA14-89C8-E6EC-91CA64EBF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12" y="1366933"/>
            <a:ext cx="4595119" cy="3433358"/>
          </a:xfrm>
          <a:prstGeom prst="rect">
            <a:avLst/>
          </a:prstGeom>
        </p:spPr>
      </p:pic>
      <p:pic>
        <p:nvPicPr>
          <p:cNvPr id="11" name="Picture 10" descr="A graph of a graph showing the same number of electrons&#10;&#10;AI-generated content may be incorrect.">
            <a:extLst>
              <a:ext uri="{FF2B5EF4-FFF2-40B4-BE49-F238E27FC236}">
                <a16:creationId xmlns:a16="http://schemas.microsoft.com/office/drawing/2014/main" id="{D3F08888-ED91-C5CD-AA31-2D9228CEA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425" y="1366934"/>
            <a:ext cx="4596163" cy="3433357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3F5F5E1-7B4E-C622-E1A6-C1E59CDBB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3879" y="888348"/>
            <a:ext cx="3049398" cy="576262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err="1"/>
              <a:t>Tbr</a:t>
            </a:r>
            <a:r>
              <a:rPr lang="en-US" sz="2000" dirty="0"/>
              <a:t> / coolant fraction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0F27985-862E-6D19-0624-324AD1258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21191" y="876083"/>
            <a:ext cx="4072394" cy="576262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000" dirty="0"/>
              <a:t>Neutron energy for the TBR reactions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3BAB0-4490-B175-59BB-0683FA82C9A2}"/>
              </a:ext>
            </a:extLst>
          </p:cNvPr>
          <p:cNvSpPr txBox="1"/>
          <p:nvPr/>
        </p:nvSpPr>
        <p:spPr>
          <a:xfrm>
            <a:off x="371306" y="5078605"/>
            <a:ext cx="11449388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Water was found to be far superior for TBR, Heating and low neutron leakage as it can act as a moderator.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However, one must weigh this with the safety consideration of Lithium and Water in close proximity + be wary of the homogenous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65667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062A-3006-97C7-F99B-B1FBF9A9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9771"/>
          </a:xfrm>
        </p:spPr>
        <p:txBody>
          <a:bodyPr/>
          <a:lstStyle/>
          <a:p>
            <a:r>
              <a:rPr lang="en-US" dirty="0"/>
              <a:t>Limitations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39F2A-854A-337A-5445-10B9994D2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636" y="1928552"/>
            <a:ext cx="10500302" cy="41061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3000" dirty="0"/>
              <a:t>Homogenous assumption </a:t>
            </a:r>
            <a:r>
              <a:rPr lang="en-US" sz="3000" dirty="0">
                <a:sym typeface="Wingdings" panose="05000000000000000000" pitchFamily="2" charset="2"/>
              </a:rPr>
              <a:t> Heterogenous Blanket Upgrade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>
                <a:sym typeface="Wingdings" panose="05000000000000000000" pitchFamily="2" charset="2"/>
              </a:rPr>
              <a:t> Plasma Ring Source  Plasma Body Source with Density Variation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>
                <a:sym typeface="Wingdings" panose="05000000000000000000" pitchFamily="2" charset="2"/>
              </a:rPr>
              <a:t> Simplified Tokamak Geometry  Complex Structure more closely matched to Real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>
                <a:sym typeface="Wingdings" panose="05000000000000000000" pitchFamily="2" charset="2"/>
              </a:rPr>
              <a:t> Focus on TBR  Holistic consideration for Heating + Safety (</a:t>
            </a:r>
            <a:r>
              <a:rPr lang="en-US" sz="3000" dirty="0" err="1">
                <a:sym typeface="Wingdings" panose="05000000000000000000" pitchFamily="2" charset="2"/>
              </a:rPr>
              <a:t>Minimise</a:t>
            </a:r>
            <a:r>
              <a:rPr lang="en-US" sz="3000" dirty="0">
                <a:sym typeface="Wingdings" panose="05000000000000000000" pitchFamily="2" charset="2"/>
              </a:rPr>
              <a:t> Leakage Fractions).</a:t>
            </a:r>
            <a:endParaRPr lang="en-US" sz="3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BE957-0889-1826-DD64-2ADAA45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950" y="6459785"/>
            <a:ext cx="11868150" cy="365125"/>
          </a:xfrm>
        </p:spPr>
        <p:txBody>
          <a:bodyPr/>
          <a:lstStyle/>
          <a:p>
            <a:pPr algn="l"/>
            <a:r>
              <a:rPr lang="en-US" dirty="0"/>
              <a:t>Muir, D.W. (1974) Sensitivity of neutron multigroup cross sections to thermal broadening of the fusion peak. CONF-740402-33 LA-UR-74-613. USA: Los Alamos Scientific Lab.
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1A764C-1D4E-BE36-FF6D-F55F1B807A47}"/>
              </a:ext>
            </a:extLst>
          </p:cNvPr>
          <p:cNvSpPr/>
          <p:nvPr/>
        </p:nvSpPr>
        <p:spPr>
          <a:xfrm>
            <a:off x="1029970" y="1517934"/>
            <a:ext cx="10292080" cy="342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5205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1600</Words>
  <Application>Microsoft Office PowerPoint</Application>
  <PresentationFormat>Widescreen</PresentationFormat>
  <Paragraphs>108</Paragraphs>
  <Slides>13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Wingdings</vt:lpstr>
      <vt:lpstr>Retrospect</vt:lpstr>
      <vt:lpstr>Optimising Tritium Production in Fusion Breeder Blankets</vt:lpstr>
      <vt:lpstr>Introduction to Fusion</vt:lpstr>
      <vt:lpstr>Introduction to Breeder Blankets</vt:lpstr>
      <vt:lpstr>OpenMC and Simulation</vt:lpstr>
      <vt:lpstr>Methodology (remove?)</vt:lpstr>
      <vt:lpstr>Liquid and Solid Breeder Materials</vt:lpstr>
      <vt:lpstr>Lithium-6 Enrichment</vt:lpstr>
      <vt:lpstr>Lithium Lead Multiplier Composition</vt:lpstr>
      <vt:lpstr>Breeder Blanket Thickness</vt:lpstr>
      <vt:lpstr>First Wall Thickness</vt:lpstr>
      <vt:lpstr>Triangularity</vt:lpstr>
      <vt:lpstr>Coolant Fraction and Choice</vt:lpstr>
      <vt:lpstr>Limitations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Rhodri Peters</dc:creator>
  <cp:lastModifiedBy>Vadan Khan</cp:lastModifiedBy>
  <cp:revision>1</cp:revision>
  <dcterms:created xsi:type="dcterms:W3CDTF">2025-11-28T08:25:24Z</dcterms:created>
  <dcterms:modified xsi:type="dcterms:W3CDTF">2025-12-25T10:44:03Z</dcterms:modified>
</cp:coreProperties>
</file>